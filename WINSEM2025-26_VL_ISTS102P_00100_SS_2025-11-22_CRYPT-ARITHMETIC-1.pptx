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>
  <p:sldMasterIdLst>
    <p:sldMasterId id="2147483648" r:id="rId1"/>
  </p:sldMasterIdLst>
  <p:notesMasterIdLst>
    <p:notesMasterId r:id="rId23"/>
  </p:notesMasterIdLst>
  <p:sldIdLst>
    <p:sldId id="272" r:id="rId2"/>
    <p:sldId id="271" r:id="rId3"/>
    <p:sldId id="258" r:id="rId4"/>
    <p:sldId id="282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31" r:id="rId16"/>
    <p:sldId id="332" r:id="rId17"/>
    <p:sldId id="333" r:id="rId18"/>
    <p:sldId id="336" r:id="rId19"/>
    <p:sldId id="334" r:id="rId20"/>
    <p:sldId id="335" r:id="rId21"/>
    <p:sldId id="289" r:id="rId22"/>
  </p:sldIdLst>
  <p:sldSz cx="12192000" cy="6858000"/>
  <p:notesSz cx="6858000" cy="9144000"/>
  <p:embeddedFontLst>
    <p:embeddedFont>
      <p:font typeface="Nunito Sans" pitchFamily="2" charset="0"/>
      <p:regular r:id="rId24"/>
      <p:bold r:id="rId25"/>
      <p:italic r:id="rId26"/>
      <p:boldItalic r:id="rId27"/>
    </p:embeddedFont>
    <p:embeddedFont>
      <p:font typeface="Nunito Sans SemiBold" pitchFamily="2" charset="0"/>
      <p:bold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5136"/>
    <a:srgbClr val="303030"/>
    <a:srgbClr val="4A4A4A"/>
    <a:srgbClr val="3D3D3D"/>
    <a:srgbClr val="212121"/>
    <a:srgbClr val="000000"/>
    <a:srgbClr val="131313"/>
    <a:srgbClr val="F69180"/>
    <a:srgbClr val="FBD0C9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94" autoAdjust="0"/>
    <p:restoredTop sz="84899" autoAdjust="0"/>
  </p:normalViewPr>
  <p:slideViewPr>
    <p:cSldViewPr>
      <p:cViewPr varScale="1">
        <p:scale>
          <a:sx n="61" d="100"/>
          <a:sy n="61" d="100"/>
        </p:scale>
        <p:origin x="882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33" d="100"/>
          <a:sy n="33" d="100"/>
        </p:scale>
        <p:origin x="2453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9A3E1-D0AF-40CA-9CA4-BE00645EFE64}" type="datetimeFigureOut">
              <a:rPr lang="en-US" smtClean="0"/>
              <a:t>5/18/2024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B6876-1BF1-4B88-890A-0B4E46201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9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94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unito Sans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48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8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59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33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  <a:p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Image-&gt;View-&gt;Notes</a:t>
            </a:r>
            <a:r>
              <a:rPr lang="en-US" sz="1200" b="1" i="1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page</a:t>
            </a:r>
            <a:endParaRPr lang="en-US" sz="1200" b="1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first two of multiplication, you can clearly say that B = 1, as JE x B = JE. From the second row of multiplication, A = 0 as in the multiplication, second row should start from tenth’s place. So A = 0. Now in the hundred’s place, J + Something = 10. When you add something to the single digit number that results in 10. So J = 9. Now from the above table, we cannot determine values of E and D, but we can say, that E and D are consecutive. As it is given that E = 4, we can say D = 3.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6</a:t>
            </a:fld>
            <a:endParaRPr lang="en-US"/>
          </a:p>
        </p:txBody>
      </p:sp>
      <p:pic>
        <p:nvPicPr>
          <p:cNvPr id="2050" name="Picture 2" descr="http://i1.facenow.in/modules/emanager/ques/img/tmp_bd294168a234d758471251d6f26f02723ab1147499968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9" y="6177329"/>
            <a:ext cx="1746829" cy="1366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408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Image-&gt;View-&gt;Notes</a:t>
            </a:r>
            <a:r>
              <a:rPr lang="en-US" sz="1200" b="1" i="1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page</a:t>
            </a:r>
            <a:endParaRPr lang="en-US" sz="1200" b="1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first two of multiplication, you can clearly say that B = 1, as JE x B = JE. From the second row of multiplication, A = 0 as in the multiplication, second row should start from tenth’s place. So A = 0. Now in the hundred’s place, J + Something = 10. When you add something to the single digit number that results in 10. So J = 9. Now from the above table, we cannot determine values of E and D, but we can say, that E and D are consecutive. As it is given that E = 4, we can say D =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7</a:t>
            </a:fld>
            <a:endParaRPr lang="en-US"/>
          </a:p>
        </p:txBody>
      </p:sp>
      <p:pic>
        <p:nvPicPr>
          <p:cNvPr id="2050" name="Picture 2" descr="http://i1.facenow.in/modules/emanager/ques/img/tmp_bd294168a234d758471251d6f26f02723ab1147499968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9" y="6177329"/>
            <a:ext cx="1746829" cy="1366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0290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USA+ USSR= PEACE Here P is carry , P=1 when p=1, E=0 with carry 1 AND U=9 A+R=E=0 with carry 1.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A=2 and R=8 U+S=A=2 with carry 1, S=3 S+S+1=C, 3+3+1=c=7 932+9338=10270.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So,P+E+A+C+E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=1+0+2+7+0=10.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0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 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L E T = A 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So, suppose E=5 and L =6, then L=1(carry 1), again E +E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5+5+(carry 1)=1, again (carry 1);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Earlier we have taken T=6 and after summation L= 1 so, T+L=6+1+(carry 1)=8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A=8, L=1 A+L+L=8+1+1=10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93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it’s a sum of 3 numbers (E + S + Carry)Hence the maximum value of D could be 2 or 1, but then we look at S which could have maximum value 9 and if it gets a carry of 1 then the value of A will be 0 and the D=1. 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Then we looks at E and I which results in R, as 9 is already occupied by S so E could be 8 and I could be 7 and R will be 5 with carry 1. 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Then we place the values of R=5 and E=8 resulting in N=3 with carry 1. 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In ten’s digits – E=8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value of C could be 3,4,6 (As all others are occupied) and To make I=7 (previously assigned in step 2) E must be added by 9 which is already occupied by S. So this hit ends here. Now start again with reduced value of E or I, repeat above steps until you get a correct answer or a dead end. 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Repeating above steps one time comes with E=5 and I=7 which results in R=3 carry=1. 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Placing R=3 and E=5 in unit digits and their sum gives 8. 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in ten’s digits place E=5 now you can add 2 to make I=7 hence C=2. 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in 100’s digits you have N=8 (from step 6) and only digits that are left now are 4 and 6 hence. So placing V=4 you will get W=2 which is not true because it is already assigned to C. So we are left with only V=6 as the ultimate choice and this leads the result in to W=4. 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Hence this way we got the answer 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….E V E R ….5 6 5 3 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+ S I N C E ..9 7 8 2 5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———————- 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D A R W I N 1 0 3 4 7 8 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Hence D+A+R+W+I+N = 1+0+3+4+7+8 =23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67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Arrange A-J(0-9) likewise K-L(0-9) and U-Z(0-5) the code is S=8,H=7,E=4 so 8+7+4=19 or 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(HE)^H must be in the range 21 to 29 so that result must be less then 999 (3 digit ,as SHE) 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as per rule solution is (25)^2=625.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S+H+E=6+2+5=13.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217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EAT+EAT+EAT = BEET. As T=0, no carry for A+A+A(3A). Possible values of A and E can be calculated by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1) 3A= E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2) 3A = 10 +E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3) 3A = 20 + E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Largest carry generated by addition of three one digit number is 27(9+9+9).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Hence value of E is less than 7 for equation 3. For Equation 3)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Assume value of E is 7.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 value of A=9 now carry + E + E + E = BE. (2) + (7) + (7) + (7) = 23. but 7 is not equal to 3.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Contradict to our assumption.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 another value of E as 4 for equation 3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E=4 therefore, A = 8. now carry + E + E + E = BE. (2) + (4) + (4) + (4) = 14.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Hence value satisfied with our prediction.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Hence E=4 A=8 and B=1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TEE + TEE = TAA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044 + 044 = 088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Above Equations A is integer. So take only those values which are divisible by 3.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040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C5 C4 C3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C3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C1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C  R  O  S 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  R  O  A  D  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_________________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  A  N  G  E  R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Last column is generating a carry.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C5 = 1. So, D =1.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As we know sum of two same numbers is even.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 + S = R. So, R is even.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R = 0,2,4,6,8.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R cannot be 0. Since S will also be zero. We can't assign same digit to different letters.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  R = 2, then S = 1. But D = 1, so S cannot be 1 and R cannot be 2.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R = 4, then S = 2. So equation will not generate any carry since 2 + 2 = 4. So, C1 = 0.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C + R + C4 = A + 10. Since equation is generating carry C5 = 1.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C + R + C4 &gt; 9 =&gt; C + 4 + C4 &gt; 9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=&gt; C + C4 &gt; 5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C4 = 0, c =&gt; 5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C = 6,7,8,9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C = 9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Let us consider the equation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 + D + G = 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+ 1 + 0 = 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= 3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C2 = 0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us consider the equation again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+ R + C4 = A + 10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 + 4 + 0 = A + 10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 = A + 10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= 3 But E = 3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A cannot be 3.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 consider R = 6. So, S = 3; C1 = 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C + R + C4 = A + 10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 + 6 + 10 = A + 10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 = A + 10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= 5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 + D + G = 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+ 1 + 0 = 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= 4; C2 = 0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Let us consider the equation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 + O + C3 = N Since C4 = 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+ O + C3 = N is not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generatinf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carry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6 + O + C3 &lt;= 9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+ C3 &lt;= 3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C3 =1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O &lt;= 2 i.e., O = 0,1,2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 consider R + O + C3 = 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+ 2 + 1 = 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N = 9 But C = 9 So N cannot be 9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let N = 8 and let C3 = 0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Let us consider equation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+ A + C2 = G since C3 =0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+ 5 + 0 = G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 = 7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CROSS= 96233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+ ROADS= 62513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___________________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DANGER=158746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+ A + N + G + E + R = 31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85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WORLD+TRADE=CENTER 53684+ 76042=129726 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Answer:CENTER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So,start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last ‘c’ the value is 1 always.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 W+T=E right.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adding numbers we should get 1 as a carry (which is ‘C’ value). 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So,take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 as 5 and T as 7 and add now which is 12.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two alphabets should have same value. Do it accordingly.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60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digit number + 4 digit number = 5 digit number. So, clearly w = 1.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numbers which satisfy the given condition are fine = 8675; nine = 7675.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8675 + 7675 = 16350 which satisfies the given.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w +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v + e + s = 1 + 6 + 3 + 5 + 0 =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939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digit number + 5 digit number = 6 digit number. So E = 1, P = 9, N = 0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Observe R + 0 = G.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R = G not possible.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+ R = G possible.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R and G are consecutive.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 &gt; R. 1 + I = R, So I and R are consecutive.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 &gt; I. i.e., G &gt; R &gt; I. and G, R, I are consecutive.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O + T should give carry over and O + Z also give carry over.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O is bigger number. Now take values for G, R, I as 8, 7, 6 or 7, 6, 5 etc. and do trial and error. POINT = 98504, ZERO = 3168 and ENERGY = 101672.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E + N + E + R + G + Y = 1 + 0 + 1 + 6 + 7 +2 = 17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5604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 = 1. S + 1 = a two digit number. So S = 1 and O cannot be 1 but 0.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 E and N are consecutive.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trial and error.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= 9567, MORE = 1085, MONEY = 10652.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M + O + N + E + Y = 1 + 0 + 6 + 5 + 2 = 14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418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symmetry, we take A is the maximum number of the three alphabets.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us say A can take a maximum value of 6.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6! = 720 but as have we taken maximum value as 6, 720 is not possible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A should take 5. Then 5! = 120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from the above we know that one the B and C should take 1 as their value as 120 consists of 1.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⇒ 5! + 1! = 121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we take 4 as one of the number then 5!+ 1! + 4! = 145 or 1! + 4! + 5! = 145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18</a:t>
            </a:fld>
            <a:endParaRPr lang="en-US"/>
          </a:p>
        </p:txBody>
      </p:sp>
      <p:pic>
        <p:nvPicPr>
          <p:cNvPr id="16386" name="Picture 2" descr="http://i1.facenow.in/modules/emanager/ques/img/tmp_bd294168a234d758471251d6f26f02723ab17226061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54" y="4890097"/>
            <a:ext cx="4847492" cy="3453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75723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Images: Views-&gt;Notes page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first row of multiplication, H =1 is clear, As HE x H = HE. Substitute H = 1 in all places. Now from the tenth’s place, think about, the value of A. 1 + A = M.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If M is a single digit number, then N = 1, which is impossible (Already we have given H = 1).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A = 9, Then M = 0, and N = 2. Now 1E x E = 119. So by trial and error E = 7.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NAME = 2907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19</a:t>
            </a:fld>
            <a:endParaRPr lang="en-US"/>
          </a:p>
        </p:txBody>
      </p:sp>
      <p:pic>
        <p:nvPicPr>
          <p:cNvPr id="4098" name="Picture 2" descr="http://i1.facenow.in/modules/emanager/ques/img/tmp_bd294168a234d758471251d6f26f02723ab129307408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6200775"/>
            <a:ext cx="1841467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12045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E</a:t>
            </a:r>
          </a:p>
          <a:p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Images: Views-&gt;Notes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20</a:t>
            </a:fld>
            <a:endParaRPr lang="en-US"/>
          </a:p>
        </p:txBody>
      </p:sp>
      <p:pic>
        <p:nvPicPr>
          <p:cNvPr id="16386" name="Picture 2" descr="http://i1.facenow.in/modules/emanager/ques/img/tmp_bd294168a234d758471251d6f26f02723ab17226061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54" y="4890097"/>
            <a:ext cx="4847492" cy="3453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5158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CD29E9-1A6C-BDED-6500-76450CB689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84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Here is where the title goes. Sometimes it could be two lines too"/>
          <p:cNvSpPr txBox="1"/>
          <p:nvPr/>
        </p:nvSpPr>
        <p:spPr>
          <a:xfrm>
            <a:off x="2228195" y="1789871"/>
            <a:ext cx="8458198" cy="746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r>
              <a:rPr lang="en-US" sz="4500" b="1" dirty="0">
                <a:solidFill>
                  <a:schemeClr val="bg1"/>
                </a:solidFill>
                <a:latin typeface="Nunito Sans" panose="00000500000000000000" pitchFamily="2" charset="0"/>
              </a:rPr>
              <a:t>Topic/Course</a:t>
            </a:r>
            <a:endParaRPr sz="45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sp>
        <p:nvSpPr>
          <p:cNvPr id="12" name="Here is where the title goes. Sometimes it could be two lines too">
            <a:extLst>
              <a:ext uri="{FF2B5EF4-FFF2-40B4-BE49-F238E27FC236}">
                <a16:creationId xmlns:a16="http://schemas.microsoft.com/office/drawing/2014/main" id="{B5763151-1884-4565-B779-CF2D697C82C8}"/>
              </a:ext>
            </a:extLst>
          </p:cNvPr>
          <p:cNvSpPr txBox="1"/>
          <p:nvPr/>
        </p:nvSpPr>
        <p:spPr>
          <a:xfrm>
            <a:off x="2228196" y="2514600"/>
            <a:ext cx="6745013" cy="284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r>
              <a:rPr lang="en-US" sz="1500" b="1" dirty="0">
                <a:solidFill>
                  <a:schemeClr val="bg1"/>
                </a:solidFill>
                <a:latin typeface="Nunito Sans" panose="00000500000000000000" pitchFamily="2" charset="0"/>
              </a:rPr>
              <a:t>Sub-Topic (Example: name of college)</a:t>
            </a:r>
            <a:endParaRPr sz="15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4BA18A-B0F2-4D62-9B28-7B486D4C70CF}"/>
              </a:ext>
            </a:extLst>
          </p:cNvPr>
          <p:cNvSpPr txBox="1"/>
          <p:nvPr/>
        </p:nvSpPr>
        <p:spPr>
          <a:xfrm>
            <a:off x="1015554" y="1740939"/>
            <a:ext cx="101608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Nunito Sans SemiBold" panose="00000700000000000000" pitchFamily="2" charset="0"/>
              </a:rPr>
              <a:t>VIT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037F44-B579-465E-912D-7578628D7D24}"/>
              </a:ext>
            </a:extLst>
          </p:cNvPr>
          <p:cNvSpPr/>
          <p:nvPr/>
        </p:nvSpPr>
        <p:spPr>
          <a:xfrm>
            <a:off x="1110149" y="1640233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B6A6B4-A403-F44E-4D88-357A1A51AA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6200333"/>
            <a:ext cx="4267200" cy="54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44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re is where the title goes. Sometimes it could be two lines too">
            <a:extLst>
              <a:ext uri="{FF2B5EF4-FFF2-40B4-BE49-F238E27FC236}">
                <a16:creationId xmlns:a16="http://schemas.microsoft.com/office/drawing/2014/main" id="{456C9966-3D51-4F1F-BF70-A36692846596}"/>
              </a:ext>
            </a:extLst>
          </p:cNvPr>
          <p:cNvSpPr txBox="1"/>
          <p:nvPr/>
        </p:nvSpPr>
        <p:spPr>
          <a:xfrm>
            <a:off x="0" y="2743200"/>
            <a:ext cx="12192000" cy="885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pPr algn="ctr"/>
            <a:r>
              <a:rPr lang="en-US" sz="5400" b="1" dirty="0" err="1">
                <a:solidFill>
                  <a:schemeClr val="bg1"/>
                </a:solidFill>
                <a:latin typeface="Nunito Sans" panose="00000500000000000000" pitchFamily="2" charset="0"/>
              </a:rPr>
              <a:t>Cryptarithmetic</a:t>
            </a:r>
            <a:endParaRPr lang="en-US" sz="54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1A67DB-979A-3488-44FA-B2D3A014BF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6200333"/>
            <a:ext cx="4267200" cy="54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81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700" b="1" dirty="0" err="1">
                <a:latin typeface="Nunito Sans" panose="00000500000000000000" pitchFamily="2" charset="0"/>
              </a:rPr>
              <a:t>Cryptarithmetic</a:t>
            </a:r>
            <a:r>
              <a:rPr lang="en-US" sz="2700" b="1" dirty="0">
                <a:latin typeface="Nunito Sans" panose="00000500000000000000" pitchFamily="2" charset="0"/>
              </a:rPr>
              <a:t> </a:t>
            </a:r>
            <a:r>
              <a:rPr lang="en-US" sz="2700" dirty="0">
                <a:latin typeface="Nunito Sans" panose="00000500000000000000" pitchFamily="2" charset="0"/>
              </a:rPr>
              <a:t>problems are where numbers are replaced with alphabets. By using standard arithmetic rules we need to </a:t>
            </a:r>
            <a:r>
              <a:rPr lang="en-US" sz="2700" b="1" dirty="0">
                <a:latin typeface="Nunito Sans" panose="00000500000000000000" pitchFamily="2" charset="0"/>
              </a:rPr>
              <a:t>decipher the alphabet.</a:t>
            </a:r>
          </a:p>
          <a:p>
            <a:pPr algn="just"/>
            <a:endParaRPr lang="en-US" sz="2700" b="1" dirty="0">
              <a:latin typeface="Nunito Sans" panose="00000500000000000000" pitchFamily="2" charset="0"/>
            </a:endParaRPr>
          </a:p>
          <a:p>
            <a:pPr algn="just"/>
            <a:r>
              <a:rPr lang="en-US" sz="2700" b="1" dirty="0">
                <a:latin typeface="Nunito Sans" panose="00000500000000000000" pitchFamily="2" charset="0"/>
              </a:rPr>
              <a:t>General Rules:</a:t>
            </a:r>
          </a:p>
          <a:p>
            <a:pPr algn="just"/>
            <a:r>
              <a:rPr lang="en-US" sz="2700" dirty="0">
                <a:latin typeface="Nunito Sans" panose="00000500000000000000" pitchFamily="2" charset="0"/>
              </a:rPr>
              <a:t>1. Each alphabet takes only one number from 0 to 9 uniquely.</a:t>
            </a:r>
          </a:p>
          <a:p>
            <a:pPr algn="just"/>
            <a:r>
              <a:rPr lang="en-US" sz="2700" dirty="0">
                <a:latin typeface="Nunito Sans" panose="00000500000000000000" pitchFamily="2" charset="0"/>
              </a:rPr>
              <a:t>2. Two single digit numbers sum can be maximum 19 with carryover. So carry over in problems of two number addition is always 1.</a:t>
            </a:r>
          </a:p>
          <a:p>
            <a:pPr algn="just"/>
            <a:r>
              <a:rPr lang="en-US" sz="2700" dirty="0">
                <a:latin typeface="Nunito Sans" panose="00000500000000000000" pitchFamily="2" charset="0"/>
              </a:rPr>
              <a:t>3. Try to solve left most digit in the given problem.</a:t>
            </a:r>
          </a:p>
          <a:p>
            <a:pPr algn="just"/>
            <a:r>
              <a:rPr lang="en-US" sz="2700" dirty="0">
                <a:latin typeface="Nunito Sans" panose="00000500000000000000" pitchFamily="2" charset="0"/>
              </a:rPr>
              <a:t>4. If a × b = kb, then the following are the possibilities</a:t>
            </a:r>
          </a:p>
          <a:p>
            <a:pPr algn="just"/>
            <a:r>
              <a:rPr lang="en-US" sz="2700" dirty="0">
                <a:latin typeface="Nunito Sans" panose="00000500000000000000" pitchFamily="2" charset="0"/>
              </a:rPr>
              <a:t>(3 × 5 = 15; 7 × 5 = 35; 9 × 5 = 45) or (2 × 6 = 12; 4 × 6 = 24; 8 × 6 = 48)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 err="1">
                <a:solidFill>
                  <a:schemeClr val="bg1"/>
                </a:solidFill>
                <a:latin typeface="Nunito Sans" panose="00000500000000000000" pitchFamily="2" charset="0"/>
              </a:rPr>
              <a:t>Cryptarithmetic</a:t>
            </a:r>
            <a:endParaRPr lang="en-US" sz="44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B40EB-7990-AD08-1090-05AF2F5225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2654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91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The following questions are based on the following multiplication, where each digit has been replaced by an alphabet.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1-2</a:t>
            </a:r>
          </a:p>
        </p:txBody>
      </p:sp>
      <p:pic>
        <p:nvPicPr>
          <p:cNvPr id="1026" name="Picture 2" descr="http://i1.facenow.in/modules/emanager/ques/img/tmp_bd294168a234d758471251d6f26f02723ab1159677244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291968"/>
            <a:ext cx="3349542" cy="235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23EF719-20F6-4ABB-E35C-226906B163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2654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12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value of J and 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25908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1655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37403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3045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25908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8,0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1655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8,1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37403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7,2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3045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9,0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</a:t>
            </a:r>
          </a:p>
        </p:txBody>
      </p:sp>
      <p:pic>
        <p:nvPicPr>
          <p:cNvPr id="14" name="Picture 2" descr="http://i1.facenow.in/modules/emanager/ques/img/tmp_bd294168a234d758471251d6f26f02723ab1159677244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034008"/>
            <a:ext cx="3349542" cy="235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30FBC63-91A6-5BD2-396A-E32EF9959E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2654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88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If E = 4, what is the value of D?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25908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1655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37403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3045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25908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1655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37403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3045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2</a:t>
            </a:r>
          </a:p>
        </p:txBody>
      </p:sp>
      <p:pic>
        <p:nvPicPr>
          <p:cNvPr id="14" name="Picture 2" descr="http://i1.facenow.in/modules/emanager/ques/img/tmp_bd294168a234d758471251d6f26f02723ab1159677244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2258959"/>
            <a:ext cx="3349542" cy="235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0BD97D5-B0DF-2BA7-D764-F5E85B67B1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2654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77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USA+USSR=PEACE. Find P+E+A+C+E.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25908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1655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37403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3045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25908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1655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37403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3045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B0AA1F-8A5E-C8B3-698E-515FF8B1FE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2654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283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TEE+LET=ALL  where E=5. Find A+L+L.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25908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1655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37403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3045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25908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1655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37403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3045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670664-44D4-E005-8D49-BB46EEC1BA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2654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076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If EVER + SINCE = DARWIN then D + A + R + W + I + N is 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25908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1655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37403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3045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25908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1655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37403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3045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B9DB36-3413-8C89-7433-521E5A2266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2654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54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If (HE)^H=SHE, where the alphabets take the values from (0-9) &amp; all the alphabets are single digit then find the value of (S+H+E)?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25908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1655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37403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3045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25908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1655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37403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3045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0C8A2F-30DB-3867-7E08-9181D905BE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2654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92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EAT+EAT+EAT=BEET if T=0 then what will be the value of TEE+TEE?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25908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1655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37403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3045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25908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088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1655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077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37403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066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3045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055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7D9F86-7B4B-B277-57DD-4ADB78E80C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2654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34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If CROSS + ROADS = DANGER, then D+A+N+G+E+R=?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25908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1655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37403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3045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25908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1655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37403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3045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3AFC2F-3C71-F0AC-D832-2FC00FF72C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2654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776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WORLD+TRADE=CENTER, the value of C+E+N+T+E+R is ____________.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25908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1655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37403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3045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25908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1655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37403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3045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94E5BE-CEAC-079E-8D76-6CB1532729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2654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149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If </a:t>
            </a:r>
            <a:r>
              <a:rPr lang="en-US" sz="2500" dirty="0" err="1">
                <a:latin typeface="Nunito Sans" panose="00000500000000000000" pitchFamily="2" charset="0"/>
              </a:rPr>
              <a:t>fine+nine</a:t>
            </a:r>
            <a:r>
              <a:rPr lang="en-US" sz="2500" dirty="0">
                <a:latin typeface="Nunito Sans" panose="00000500000000000000" pitchFamily="2" charset="0"/>
              </a:rPr>
              <a:t>=wives, then </a:t>
            </a:r>
            <a:r>
              <a:rPr lang="en-US" sz="2500" dirty="0" err="1">
                <a:latin typeface="Nunito Sans" panose="00000500000000000000" pitchFamily="2" charset="0"/>
              </a:rPr>
              <a:t>w+i+v+e+s</a:t>
            </a:r>
            <a:r>
              <a:rPr lang="en-US" sz="2500" dirty="0">
                <a:latin typeface="Nunito Sans" panose="00000500000000000000" pitchFamily="2" charset="0"/>
              </a:rPr>
              <a:t>=?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25908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1655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37403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3045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25908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1655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37403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3045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D14769-8DC5-2A79-AD3F-1EA80EFF45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2654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276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500" dirty="0">
                <a:latin typeface="Nunito Sans" panose="00000500000000000000" pitchFamily="2" charset="0"/>
              </a:rPr>
              <a:t>If POINT + ZERO = ENERGY, then E + N + E + R + G + Y = ?</a:t>
            </a:r>
            <a:endParaRPr lang="en-US" sz="2500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25908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1655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37403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3045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25908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1655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37403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3045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6D5AC4-26AC-D27C-418B-948040AB3C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2654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947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If SEND + MORE = MONEY, then what is the value of M + O + N + E + Y = 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25908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1655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37403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3045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25908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1655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37403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3045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460541-BE3F-7FAA-122E-69638A3517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2654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260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values of A, B and C if ABC=A!+B!+C! where ABC is a three digit number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25908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1655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37403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3045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25908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264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1655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343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37403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127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3045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153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0976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E)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0976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142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2344B4-77F4-2329-4E67-27991FFC75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2654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08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From the multiplication below, what is the value of NAME?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25908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1655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37403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3045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25908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2506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1655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2607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37403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2907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3045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1579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14</a:t>
            </a:r>
          </a:p>
        </p:txBody>
      </p:sp>
      <p:pic>
        <p:nvPicPr>
          <p:cNvPr id="3074" name="Picture 2" descr="http://i1.facenow.in/modules/emanager/ques/img/tmp_bd294168a234d758471251d6f26f02723ab124498364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903" y="2252149"/>
            <a:ext cx="2998789" cy="2109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400E4E2-221F-1E35-E470-605F04316B0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2654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29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Decipher the following multiplication table and find the value of A + S + 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25908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1655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37403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3045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25908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1655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37403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3045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0976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E)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0976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9</a:t>
            </a:r>
          </a:p>
        </p:txBody>
      </p:sp>
      <p:pic>
        <p:nvPicPr>
          <p:cNvPr id="1026" name="Picture 2" descr="http://i1.facenow.in/modules/emanager/ques/img/tmp_bd294168a234d758471251d6f26f02723ab1203824759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840458"/>
            <a:ext cx="4767643" cy="268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26254D4-46B1-F67A-FA34-9B0D8AB5C9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2654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437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6F124C-600E-E528-8EB0-89B1814E23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6226544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3080</Words>
  <Application>Microsoft Office PowerPoint</Application>
  <PresentationFormat>Widescreen</PresentationFormat>
  <Paragraphs>354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Nunito Sans</vt:lpstr>
      <vt:lpstr>Nunito Sans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2019-07-10T08:30:58Z</dcterms:created>
  <dcterms:modified xsi:type="dcterms:W3CDTF">2024-05-18T11:11:44Z</dcterms:modified>
</cp:coreProperties>
</file>