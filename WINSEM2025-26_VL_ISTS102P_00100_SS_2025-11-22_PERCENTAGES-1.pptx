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</p:sldMasterIdLst>
  <p:notesMasterIdLst>
    <p:notesMasterId r:id="rId29"/>
  </p:notesMasterIdLst>
  <p:sldIdLst>
    <p:sldId id="272" r:id="rId2"/>
    <p:sldId id="271" r:id="rId3"/>
    <p:sldId id="258" r:id="rId4"/>
    <p:sldId id="306" r:id="rId5"/>
    <p:sldId id="340" r:id="rId6"/>
    <p:sldId id="327" r:id="rId7"/>
    <p:sldId id="326" r:id="rId8"/>
    <p:sldId id="320" r:id="rId9"/>
    <p:sldId id="324" r:id="rId10"/>
    <p:sldId id="321" r:id="rId11"/>
    <p:sldId id="322" r:id="rId12"/>
    <p:sldId id="329" r:id="rId13"/>
    <p:sldId id="332" r:id="rId14"/>
    <p:sldId id="323" r:id="rId15"/>
    <p:sldId id="336" r:id="rId16"/>
    <p:sldId id="339" r:id="rId17"/>
    <p:sldId id="337" r:id="rId18"/>
    <p:sldId id="338" r:id="rId19"/>
    <p:sldId id="330" r:id="rId20"/>
    <p:sldId id="333" r:id="rId21"/>
    <p:sldId id="331" r:id="rId22"/>
    <p:sldId id="325" r:id="rId23"/>
    <p:sldId id="328" r:id="rId24"/>
    <p:sldId id="334" r:id="rId25"/>
    <p:sldId id="341" r:id="rId26"/>
    <p:sldId id="335" r:id="rId27"/>
    <p:sldId id="289" r:id="rId28"/>
  </p:sldIdLst>
  <p:sldSz cx="12192000" cy="6858000"/>
  <p:notesSz cx="6858000" cy="9144000"/>
  <p:embeddedFontLst>
    <p:embeddedFont>
      <p:font typeface="Nunito Sans" pitchFamily="2" charset="0"/>
      <p:regular r:id="rId30"/>
      <p:bold r:id="rId31"/>
      <p:italic r:id="rId32"/>
      <p:boldItalic r:id="rId33"/>
    </p:embeddedFont>
    <p:embeddedFont>
      <p:font typeface="Nunito Sans SemiBold" pitchFamily="2" charset="0"/>
      <p:bold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136"/>
    <a:srgbClr val="303030"/>
    <a:srgbClr val="4A4A4A"/>
    <a:srgbClr val="3D3D3D"/>
    <a:srgbClr val="212121"/>
    <a:srgbClr val="000000"/>
    <a:srgbClr val="131313"/>
    <a:srgbClr val="F69180"/>
    <a:srgbClr val="FBD0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85516" autoAdjust="0"/>
  </p:normalViewPr>
  <p:slideViewPr>
    <p:cSldViewPr>
      <p:cViewPr varScale="1">
        <p:scale>
          <a:sx n="70" d="100"/>
          <a:sy n="70" d="100"/>
        </p:scale>
        <p:origin x="926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1733" y="-7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unito Sa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4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39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41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100%=1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10%=1/10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20%=1/5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86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(20/100 x 120) = 24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 the answer is 24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12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from options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1/3 = 33.33 %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2/3 = 66.66%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1/9 = 11.11%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1/6 = 16.66%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Hence, the answer is 2/3.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4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convert decimal to percentage we have to multiply the value by 100 =&gt; 2.5*100 = 250%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97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4/9 = (0.44444) * 100 = 44.444 %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65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 /100) * 120 = 90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= 75%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52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1/4 x 1248 =312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07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49% of 36636= (50 - 1)% of 36636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36636/2 - 36636/100 = 18318 - 366.36 = 17951.64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72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6/7 = 85.714285 / 100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61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86% of 1164 = (75% + 10% + 1%) of 1164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75% can be written as 3/4, 10% as 0.1 and 1% as 0.01.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1164x3/4+116.4+11.64 = 1001.04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57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pPr latinLnBrk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8.33…% = 1/12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108.33% = (100% + 8.33%) = 1+ 1/12 = 13/12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49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76% of 2486 = (75% + 1%) of 2486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(3/4 + 0.01) x 2486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1864.5 + 24.86 = 1889.36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72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know that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1/2 = 50%,1/4= 25%, 1/8 = 12.5%, 1/16 = 6.25%,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* 6.25 = 18.75 = 3/16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Also, 14.28% = 1/7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{(3/16)x(192)- (1/7) x (252)} = 0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82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1/6 +1/7 = 13/42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 16.66%+ 14.28% =30.94%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09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128.57% = 28.57% + 100%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2/7 + 1 = 9/7 (or) 18/14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2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3/16 = 3 X 1/16 = 3 X 6.25 = 18.75%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2/9 =2X11.11 = 22.22%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22.22-18.75 = 3.47%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742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the number be X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of X = 100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20%of x = 33.33 ( on dividing by 3)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30%of x=50 (on dividing by 2)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both equations we get 50% of X = 83.333.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155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the number be x.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that: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28.57% of x = 2/7x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+ 2/7x = 9/7 x = 72, x = 56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854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(20/100) x (50/100) x (33.33/100) x (75/100) x 400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(1/5) x (1/2) x (1/3) x (3/4) x 400 = 10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75% of 400 = 300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33.3% of 300 = 100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 of 100 = 50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of 50 = 10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20% of 50% of 33.3% of 75% of 400 = 10.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128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16.67% = 1/6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1/6 x 1/7 x 1/8 x 1/9 x 6048 = 2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822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x = 63.131313…</a:t>
            </a:r>
            <a:br>
              <a:rPr lang="da-DK" dirty="0"/>
            </a:b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100x = 6313.131313…</a:t>
            </a:r>
            <a:br>
              <a:rPr lang="da-DK" dirty="0"/>
            </a:b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100x - x = 99x = 6250</a:t>
            </a:r>
            <a:br>
              <a:rPr lang="da-DK" dirty="0"/>
            </a:b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Hence,</a:t>
            </a:r>
            <a:br>
              <a:rPr lang="da-DK" dirty="0"/>
            </a:b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63.1313 = 6250/99</a:t>
            </a:r>
            <a:br>
              <a:rPr lang="da-DK" dirty="0"/>
            </a:b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(6250x45x12x88)/(99x100x100x100) = 3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540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A415FE-907C-9F5C-259A-3DEB6D938F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Here is where the title goes. Sometimes it could be two lines too"/>
          <p:cNvSpPr txBox="1"/>
          <p:nvPr/>
        </p:nvSpPr>
        <p:spPr>
          <a:xfrm>
            <a:off x="2228195" y="1789871"/>
            <a:ext cx="8458198" cy="74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4500" b="1" dirty="0">
                <a:solidFill>
                  <a:schemeClr val="bg1"/>
                </a:solidFill>
                <a:latin typeface="Nunito Sans" panose="00000500000000000000" pitchFamily="2" charset="0"/>
              </a:rPr>
              <a:t>Topic/Course</a:t>
            </a:r>
            <a:endParaRPr sz="4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2" name="Here is where the title goes. Sometimes it could be two lines too">
            <a:extLst>
              <a:ext uri="{FF2B5EF4-FFF2-40B4-BE49-F238E27FC236}">
                <a16:creationId xmlns:a16="http://schemas.microsoft.com/office/drawing/2014/main" id="{B5763151-1884-4565-B779-CF2D697C82C8}"/>
              </a:ext>
            </a:extLst>
          </p:cNvPr>
          <p:cNvSpPr txBox="1"/>
          <p:nvPr/>
        </p:nvSpPr>
        <p:spPr>
          <a:xfrm>
            <a:off x="2228196" y="2514600"/>
            <a:ext cx="6745013" cy="2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1500" b="1" dirty="0">
                <a:solidFill>
                  <a:schemeClr val="bg1"/>
                </a:solidFill>
                <a:latin typeface="Nunito Sans" panose="00000500000000000000" pitchFamily="2" charset="0"/>
              </a:rPr>
              <a:t>Sub-Topic (Example: name of college)</a:t>
            </a:r>
            <a:endParaRPr sz="1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BA18A-B0F2-4D62-9B28-7B486D4C70CF}"/>
              </a:ext>
            </a:extLst>
          </p:cNvPr>
          <p:cNvSpPr txBox="1"/>
          <p:nvPr/>
        </p:nvSpPr>
        <p:spPr>
          <a:xfrm>
            <a:off x="1015554" y="1740939"/>
            <a:ext cx="10160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Nunito Sans SemiBold" panose="00000700000000000000" pitchFamily="2" charset="0"/>
              </a:rPr>
              <a:t>VIT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37F44-B579-465E-912D-7578628D7D24}"/>
              </a:ext>
            </a:extLst>
          </p:cNvPr>
          <p:cNvSpPr/>
          <p:nvPr/>
        </p:nvSpPr>
        <p:spPr>
          <a:xfrm>
            <a:off x="1110149" y="1640233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09231A-28F2-FD3C-D607-CDB4994D06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5867400"/>
            <a:ext cx="5110844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re is where the title goes. Sometimes it could be two lines too">
            <a:extLst>
              <a:ext uri="{FF2B5EF4-FFF2-40B4-BE49-F238E27FC236}">
                <a16:creationId xmlns:a16="http://schemas.microsoft.com/office/drawing/2014/main" id="{456C9966-3D51-4F1F-BF70-A36692846596}"/>
              </a:ext>
            </a:extLst>
          </p:cNvPr>
          <p:cNvSpPr txBox="1"/>
          <p:nvPr/>
        </p:nvSpPr>
        <p:spPr>
          <a:xfrm>
            <a:off x="0" y="2743200"/>
            <a:ext cx="12192000" cy="171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pPr algn="ctr"/>
            <a:r>
              <a:rPr lang="en-US" sz="5400" b="1" dirty="0">
                <a:solidFill>
                  <a:schemeClr val="bg1"/>
                </a:solidFill>
                <a:latin typeface="Nunito Sans" panose="00000500000000000000" pitchFamily="2" charset="0"/>
              </a:rPr>
              <a:t>Percentages as Fractions and Decimals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F43DA2-25C6-A79B-0702-65C802C559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5791200"/>
            <a:ext cx="5110844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The Percentage Formula is given as,</a:t>
            </a:r>
          </a:p>
          <a:p>
            <a:pPr algn="just"/>
            <a:endParaRPr lang="en-US" sz="2500" dirty="0">
              <a:latin typeface="Nunito Sans" panose="00000500000000000000" pitchFamily="2" charset="0"/>
            </a:endParaRPr>
          </a:p>
          <a:p>
            <a:pPr algn="ctr"/>
            <a:r>
              <a:rPr lang="en-US" sz="2500" b="1" dirty="0">
                <a:latin typeface="Nunito Sans" panose="00000500000000000000" pitchFamily="2" charset="0"/>
              </a:rPr>
              <a:t>Percentage = (Value ⁄ Total Value) × 100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  <a:latin typeface="Nunito Sans" panose="00000500000000000000" pitchFamily="2" charset="0"/>
              </a:rPr>
              <a:t>Percentages as Fractions and Decimals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7C8243-D2A7-881C-DA35-D5EB90072F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3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anose="00000500000000000000" pitchFamily="2" charset="0"/>
              </a:rPr>
              <a:t>We can make use of the following values.</a:t>
            </a:r>
          </a:p>
          <a:p>
            <a:endParaRPr lang="en-US" sz="2500" dirty="0">
              <a:latin typeface="Nunito Sa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 = 100 %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1/2 = 50 %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1/3 = 33.33 %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1/4 = 25 %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1/5 = 20 %</a:t>
            </a:r>
          </a:p>
          <a:p>
            <a:endParaRPr lang="en-US" sz="2500" b="1" dirty="0">
              <a:latin typeface="Nunito Sa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  <a:latin typeface="Nunito Sans" panose="00000500000000000000" pitchFamily="2" charset="0"/>
              </a:rPr>
              <a:t>Percentages as Fractions and Decimals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67400" y="1890488"/>
            <a:ext cx="5029200" cy="3362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1/6 = 16.66 %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1/7 = 14.28 %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1/8 = 12.5 %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1/9 = 11.11 %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Nunito Sans" panose="00000500000000000000" pitchFamily="2" charset="0"/>
              </a:rPr>
              <a:t>1/10 = 10 %</a:t>
            </a:r>
          </a:p>
          <a:p>
            <a:endParaRPr lang="en-US"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E2AF8-F13D-235F-C2D0-D6056B023A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2544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Express 20% as a fraction.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1/20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02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Calculate the value of 20% of 120.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2.4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04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Express 66.66% as a fraction.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2/3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1/6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C8EC1E-A71A-65D8-DC1F-AA42CA86D1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4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Express 2.5 in percentage.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2.5%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250%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2500%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4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52" y="6099048"/>
            <a:ext cx="1989410" cy="4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2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Express 4/9 as percentage.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44.44 %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22.22%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0.44%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36.36%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B64A77-8AF5-2CC4-4ACF-1EEE73A5BE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2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percentage of 120 is 90?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75%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80%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122E2A-3C71-0C15-2F6D-AD9EC0C0B8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61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25% of 1248.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214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FCE346-9A7E-2419-7869-691FEA2A85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47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Calculate 49% of 36636.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17951.64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17254.24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18318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19454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A84A08-97E5-193C-3882-BC7EC5D45F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12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Convert 85.71% to fraction form.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5/7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13/14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6/7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None of these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2CA7F2-AD99-8B59-2702-48AD16625A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2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86% of 1164.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1001.04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901.04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985.24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997.4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6B3984-2E01-B64D-9A33-AB40C1A889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92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Express 108.33…% as a fraction.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108/100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27/25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3/5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13/12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EE97BB-F748-F4AA-0A88-6F65A4EC5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96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76% of 2486.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1942.66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1889.36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2016.16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1852.66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-9497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FD8D61-D5DF-D814-D2C5-729E47F1D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14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is the difference between 18.75% of 192 and 14.28% of 252? (approximately)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2.2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14.2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9C198A-510B-57B5-E2F3-2CEA9907D4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91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Express 1/6 +1/7 as a percentage.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67%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76%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30.94%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39%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88831B-3141-3845-1871-7D9DAE47D9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51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Convert 128.57% to fraction form.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10/7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18/14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11/7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None of these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352F09-1BF0-7543-3C0D-5C10EA2072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06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is the difference, in percent, between 3/ 16 and 2/9?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3.97%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3.47%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2.987%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C86519-B6CE-9CCC-D052-BFADD31FFB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21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If 100 is 60% of a number, then what is 50% of the same number?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76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83.33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90.33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F7372C-186B-8C8D-1A7A-F39541CFF7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44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When 28.57% of a number A is added to itself, the number becomes 72. What is the number?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AA5CAA-2183-36CB-B7C5-AEFDDE3AD1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66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is 20% of 50% of 33.3% of 75% of 400?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735FAC-CA13-A32D-FC00-BC507E17A6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47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is 16.67% of 14.285% of 12.5% of 11.11% of 6048?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1.5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312AC1-6A67-4C29-D62A-D1BBC1A540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0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is 88% of 45% of 12% of 63.1313?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1.9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2.8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3.2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>
                <a:solidFill>
                  <a:schemeClr val="bg1"/>
                </a:solidFill>
                <a:latin typeface="Nunito Sans" panose="00000500000000000000" pitchFamily="2" charset="0"/>
              </a:rPr>
              <a:t>Question 20</a:t>
            </a:r>
            <a:endParaRPr lang="en-US" sz="48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B22CD6-AE55-5A3E-4B0D-E7AFBA41C5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61722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15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52AC43-AF64-920A-BB70-5EFC40CF53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5867400"/>
            <a:ext cx="5110844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</Words>
  <Application>Microsoft Office PowerPoint</Application>
  <PresentationFormat>Widescreen</PresentationFormat>
  <Paragraphs>301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Nunito Sans SemiBold</vt:lpstr>
      <vt:lpstr>Wingdings</vt:lpstr>
      <vt:lpstr>Nunito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2019-07-10T08:30:58Z</dcterms:created>
  <dcterms:modified xsi:type="dcterms:W3CDTF">2024-05-21T08:40:08Z</dcterms:modified>
</cp:coreProperties>
</file>