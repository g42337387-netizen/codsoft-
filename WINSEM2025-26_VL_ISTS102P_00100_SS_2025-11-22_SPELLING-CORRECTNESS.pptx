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</p:sldMasterIdLst>
  <p:notesMasterIdLst>
    <p:notesMasterId r:id="rId36"/>
  </p:notesMasterIdLst>
  <p:sldIdLst>
    <p:sldId id="272" r:id="rId2"/>
    <p:sldId id="271" r:id="rId3"/>
    <p:sldId id="258" r:id="rId4"/>
    <p:sldId id="345" r:id="rId5"/>
    <p:sldId id="344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70" r:id="rId30"/>
    <p:sldId id="371" r:id="rId31"/>
    <p:sldId id="372" r:id="rId32"/>
    <p:sldId id="373" r:id="rId33"/>
    <p:sldId id="374" r:id="rId34"/>
    <p:sldId id="289" r:id="rId35"/>
  </p:sldIdLst>
  <p:sldSz cx="12192000" cy="6858000"/>
  <p:notesSz cx="6858000" cy="9144000"/>
  <p:embeddedFontLst>
    <p:embeddedFont>
      <p:font typeface="Nunito Sans" pitchFamily="2" charset="0"/>
      <p:regular r:id="rId37"/>
      <p:bold r:id="rId38"/>
      <p:italic r:id="rId39"/>
      <p:boldItalic r:id="rId40"/>
    </p:embeddedFont>
    <p:embeddedFont>
      <p:font typeface="Nunito Sans SemiBold" pitchFamily="2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74405" autoAdjust="0"/>
  </p:normalViewPr>
  <p:slideViewPr>
    <p:cSldViewPr>
      <p:cViewPr varScale="1">
        <p:scale>
          <a:sx n="61" d="100"/>
          <a:sy n="61" d="100"/>
        </p:scale>
        <p:origin x="1277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1733" y="-7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unito Sa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7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Excess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ive admiration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75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Adulterate – to make food or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drink with less quality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92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Happening as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result of external factor.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73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state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instance of serious or misfortune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85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sworn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statement in writing made especially under oath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91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action or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 of collecting in a mass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96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Aggrandize-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make great or greater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90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Deviating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usual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7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abeyance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 state of temporary inactive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2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Abstemious – marked by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restraint especially in the eating of food or drinking of alcohol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42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Harshness in the sound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words or phrases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353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Capricious - unpredictable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50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CENTRIFUGE – A machine use centrifugal force 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separate things 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74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chauvinist  -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person who is superiority towards </a:t>
            </a:r>
            <a:r>
              <a:rPr lang="en-US" sz="1200" b="1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membres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opposite sex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142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brief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summary of large things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576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Intented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gain goodwill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72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Respect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esteem due to superior or an elder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094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Delineate – to describe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set forth with accuracy.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1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Deprecate: 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express disapproval of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443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Desiccate : a drying agent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925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Dichotomy: a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 of division into two especially mutually exclusive or contradictory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28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Embellish : to make beautiful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things or ornamentation( decorate)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998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Livelihood : a state or quality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being lively.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19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Answer:c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Foyer : an entrance hall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04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Enmity : positive,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active 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477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0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153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	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293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Apprehension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fear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future evil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647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13444A-ACAB-8714-3389-F1B53796A6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384" y="31242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Here is where the title goes. Sometimes it could be two lines too"/>
          <p:cNvSpPr txBox="1"/>
          <p:nvPr/>
        </p:nvSpPr>
        <p:spPr>
          <a:xfrm>
            <a:off x="2228195" y="1789871"/>
            <a:ext cx="8458198" cy="74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4500" b="1" dirty="0">
                <a:solidFill>
                  <a:schemeClr val="bg1"/>
                </a:solidFill>
                <a:latin typeface="Nunito Sans" panose="00000500000000000000" pitchFamily="2" charset="0"/>
              </a:rPr>
              <a:t>Topic/Course</a:t>
            </a:r>
            <a:endParaRPr sz="4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2" name="Here is where the title goes. Sometimes it could be two lines too">
            <a:extLst>
              <a:ext uri="{FF2B5EF4-FFF2-40B4-BE49-F238E27FC236}">
                <a16:creationId xmlns:a16="http://schemas.microsoft.com/office/drawing/2014/main" id="{B5763151-1884-4565-B779-CF2D697C82C8}"/>
              </a:ext>
            </a:extLst>
          </p:cNvPr>
          <p:cNvSpPr txBox="1"/>
          <p:nvPr/>
        </p:nvSpPr>
        <p:spPr>
          <a:xfrm>
            <a:off x="2228196" y="2514600"/>
            <a:ext cx="6745013" cy="2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1500" b="1" dirty="0">
                <a:solidFill>
                  <a:schemeClr val="bg1"/>
                </a:solidFill>
                <a:latin typeface="Nunito Sans" panose="00000500000000000000" pitchFamily="2" charset="0"/>
              </a:rPr>
              <a:t>Sub-Topic (Example: name of college)</a:t>
            </a:r>
            <a:endParaRPr sz="1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BA18A-B0F2-4D62-9B28-7B486D4C70CF}"/>
              </a:ext>
            </a:extLst>
          </p:cNvPr>
          <p:cNvSpPr txBox="1"/>
          <p:nvPr/>
        </p:nvSpPr>
        <p:spPr>
          <a:xfrm>
            <a:off x="1015554" y="1740939"/>
            <a:ext cx="10160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Nunito Sans SemiBold" panose="00000700000000000000" pitchFamily="2" charset="0"/>
              </a:rPr>
              <a:t>VIT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37F44-B579-465E-912D-7578628D7D24}"/>
              </a:ext>
            </a:extLst>
          </p:cNvPr>
          <p:cNvSpPr/>
          <p:nvPr/>
        </p:nvSpPr>
        <p:spPr>
          <a:xfrm>
            <a:off x="1110149" y="1640233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re is where the title goes. Sometimes it could be two lines too">
            <a:extLst>
              <a:ext uri="{FF2B5EF4-FFF2-40B4-BE49-F238E27FC236}">
                <a16:creationId xmlns:a16="http://schemas.microsoft.com/office/drawing/2014/main" id="{456C9966-3D51-4F1F-BF70-A36692846596}"/>
              </a:ext>
            </a:extLst>
          </p:cNvPr>
          <p:cNvSpPr txBox="1"/>
          <p:nvPr/>
        </p:nvSpPr>
        <p:spPr>
          <a:xfrm>
            <a:off x="0" y="2971800"/>
            <a:ext cx="12192000" cy="885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pPr algn="ctr"/>
            <a:r>
              <a:rPr lang="en-US" sz="5400" b="1" dirty="0">
                <a:solidFill>
                  <a:schemeClr val="bg1"/>
                </a:solidFill>
                <a:latin typeface="Nunito Sans" panose="00000500000000000000" pitchFamily="2" charset="0"/>
              </a:rPr>
              <a:t>SPELLING CORRECTNESS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dirty="0">
                <a:latin typeface="Nunito Sans" panose="00000500000000000000" pitchFamily="2" charset="0"/>
              </a:rPr>
              <a:t>Spelling is the writing of one or more words with letters and diacritics.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dirty="0">
                <a:latin typeface="Nunito Sans" panose="00000500000000000000" pitchFamily="2" charset="0"/>
              </a:rPr>
              <a:t>Spelling can be defined as a code that </a:t>
            </a:r>
            <a:r>
              <a:rPr lang="en-US" sz="2500" b="1" dirty="0">
                <a:latin typeface="Nunito Sans" panose="00000500000000000000" pitchFamily="2" charset="0"/>
              </a:rPr>
              <a:t>uses letter sequences to represent specific words that have an associated pronunciation </a:t>
            </a:r>
            <a:r>
              <a:rPr lang="en-US" sz="2500" dirty="0">
                <a:latin typeface="Nunito Sans" panose="00000500000000000000" pitchFamily="2" charset="0"/>
              </a:rPr>
              <a:t>and meaning within the mental dictionary.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SPELLING CORRECTNESS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4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Adulation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Adlation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Aduletion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Addulation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623888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1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Adulterate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Adeldurate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Adulterat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Adultarate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9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Adventitious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Adventitous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Adventitus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Adventituous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388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Adverisity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Advercety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Adversity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Advercity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3306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18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Affedevit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Afidevit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Affidevit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Affidavit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95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Agglomeration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Aglomeration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Agglomaration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Aglomaration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28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Agrandize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Aggrandize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Aggranndice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Aggradise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136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5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Aberant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Abbarant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Aberrant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Abberant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51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Abeyense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348201" y="384809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Abayance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Abeyence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Abeyance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26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Abstemius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Abstemaus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Abstemious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Abstemous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0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Cacophone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Cacophoney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Cacophoni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Cacophony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Capricious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Cappricious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Caprisious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Carisuous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26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Centrefuge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Centrifuse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Centifuse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Centrifuge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55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Chauvinist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Chaubinist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Chauviniste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Chaubenist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20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Compendioum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Compendium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Compandium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Commppendium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08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Connillatory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Concilletry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Conciliatory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Concilletry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06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Deference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Defferance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Defference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Defference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01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Delineate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Deleneat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Dileneate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Deleneate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1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Deppricate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Dapricate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Depricate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Deprecate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69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Desiccate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Desicate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Descicate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Deccicate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23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Dicotomy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Dicotemy</a:t>
            </a:r>
            <a:r>
              <a:rPr lang="en-US" sz="2500" dirty="0">
                <a:latin typeface="Nunito Sans" panose="00000500000000000000" pitchFamily="2" charset="0"/>
              </a:rPr>
              <a:t>	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Dichotomy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Dechotomy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08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Embelis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Embelesh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Embellish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Embelish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4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livelihood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livelyhood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livlihood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livelyhud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51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foyere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foayer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foyer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fouyer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5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enemyty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enemity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enmity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enmety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40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irelevant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irrelavent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irelevent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irrelevant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48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Benificial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Beneficil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Beneficial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Benifical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47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Uniquely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Internaly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Coldlly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Fortunatelly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682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correctly spelt word.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Apprehenssion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Apprehension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Apprihension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Aprihension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30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84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029455-F8A7-6799-E06F-36C4F4B1FF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720" y="6183149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Office PowerPoint</Application>
  <PresentationFormat>Widescreen</PresentationFormat>
  <Paragraphs>389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Nunito Sans SemiBold</vt:lpstr>
      <vt:lpstr>Calibri</vt:lpstr>
      <vt:lpstr>Nunito Sans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2019-07-10T08:30:58Z</dcterms:created>
  <dcterms:modified xsi:type="dcterms:W3CDTF">2025-03-03T04:10:50Z</dcterms:modified>
</cp:coreProperties>
</file>