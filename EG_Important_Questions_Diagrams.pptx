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Graphics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Questions with Diagrams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– A, B, C, D &amp; 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" cy="4389120"/>
          </a:xfrm>
          <a:prstGeom prst="rect">
            <a:avLst/>
          </a:prstGeom>
          <a:solidFill>
            <a:srgbClr val="0D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Cylinder: Base on H.P., Axis 30° with H.P., Parallel to V.P.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dia = 30 mm  |  Axis = 60 mm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View (Elevation)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4632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View (Plan)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3474720"/>
            <a:ext cx="86868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239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" y="2871216"/>
            <a:ext cx="950976" cy="-54864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871216"/>
            <a:ext cx="950976" cy="-54864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871216"/>
            <a:ext cx="219456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7E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2322576"/>
            <a:ext cx="219456" cy="475488"/>
          </a:xfrm>
          <a:prstGeom prst="ellipse">
            <a:avLst/>
          </a:prstGeom>
          <a:solidFill>
            <a:srgbClr val="D6EAF8"/>
          </a:solidFill>
          <a:ln w="25400">
            <a:solidFill>
              <a:srgbClr val="0D7E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108960"/>
            <a:ext cx="950976" cy="-54864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14400" y="3108960"/>
            <a:ext cx="7315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90779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286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L=60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743200"/>
            <a:ext cx="1554480" cy="457200"/>
          </a:xfrm>
          <a:prstGeom prst="rect">
            <a:avLst/>
          </a:prstGeom>
          <a:solidFill>
            <a:srgbClr val="D6EAF8"/>
          </a:solidFill>
          <a:ln w="25400">
            <a:solidFill>
              <a:srgbClr val="0D7E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971800"/>
            <a:ext cx="1554480" cy="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394960" y="24688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28346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0D7E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Draw cylinder with base on HP (axis vertical). Step 2 – Tilt axis to 30° with HP. Step 3 – Project top view (rectangle of 60×30). Ellipses represent ends in front view.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" cy="4389120"/>
          </a:xfrm>
          <a:prstGeom prst="rect">
            <a:avLst/>
          </a:prstGeom>
          <a:solidFill>
            <a:srgbClr val="0D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Pyramid: Resting on V.P. on base edge, Axis 45° with V.P.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side = 30 mm  |  Axis = 65 mm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Front View (Elevation)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Side/Top View (Plan)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3474720"/>
            <a:ext cx="86868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239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822960" cy="0"/>
          </a:xfrm>
          <a:prstGeom prst="line">
            <a:avLst/>
          </a:prstGeom>
          <a:noFill/>
          <a:ln w="38100">
            <a:solidFill>
              <a:srgbClr val="0D7E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474720"/>
            <a:ext cx="-137160" cy="-475488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3474720"/>
            <a:ext cx="137160" cy="-475488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99232"/>
            <a:ext cx="1097280" cy="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3474720"/>
            <a:ext cx="-137160" cy="-475488"/>
          </a:xfrm>
          <a:prstGeom prst="line">
            <a:avLst/>
          </a:prstGeom>
          <a:noFill/>
          <a:ln w="12700">
            <a:solidFill>
              <a:srgbClr val="0D7EBD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463040" y="3474720"/>
            <a:ext cx="137160" cy="-475488"/>
          </a:xfrm>
          <a:prstGeom prst="line">
            <a:avLst/>
          </a:prstGeom>
          <a:noFill/>
          <a:ln w="12700">
            <a:solidFill>
              <a:srgbClr val="0D7EB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14400" y="3474720"/>
            <a:ext cx="1417320" cy="-10058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999232"/>
            <a:ext cx="1554480" cy="-530352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2999232"/>
            <a:ext cx="457200" cy="-530352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474720"/>
            <a:ext cx="594360" cy="-10058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474720"/>
            <a:ext cx="1143000" cy="-100584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63040" y="2999232"/>
            <a:ext cx="868680" cy="-530352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267712" y="2404872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2331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39"/>
                </a:solidFill>
              </a:rPr>
              <a:t>Apex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25880" y="3236976"/>
            <a:ext cx="1005840" cy="-768096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600200" y="29260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45°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16587" y="1783080"/>
            <a:ext cx="0" cy="45720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16587" y="2240280"/>
            <a:ext cx="-395947" cy="22860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468880"/>
            <a:ext cx="-395947" cy="-22860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24693" y="2240280"/>
            <a:ext cx="0" cy="-45720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24693" y="1783080"/>
            <a:ext cx="395947" cy="-22860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1554480"/>
            <a:ext cx="395947" cy="22860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16587" y="1783080"/>
            <a:ext cx="-791894" cy="4572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516587" y="2240280"/>
            <a:ext cx="-791894" cy="-4572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120640" y="2468880"/>
            <a:ext cx="0" cy="-91440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66928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Hex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(True Shape)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0D7E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Procedure: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Step 1 – Draw pyramid resting on VP with base edge on XY. Step 2 – Tilt axis at 45° to VP. Step 3 – Project elevation showing hexagonal base &amp; apex. Dashed lines = hidden edges.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" cy="4389120"/>
          </a:xfrm>
          <a:prstGeom prst="rect">
            <a:avLst/>
          </a:prstGeom>
          <a:solidFill>
            <a:srgbClr val="0D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Cone: Triangular Face on H.P., Axis Parallel to V.P.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dia = 30 mm  |  Axis = 60 mm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Front View (Elevation)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Top View (Plan)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3474720"/>
            <a:ext cx="86868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239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090672"/>
            <a:ext cx="182880" cy="768096"/>
          </a:xfrm>
          <a:prstGeom prst="ellipse">
            <a:avLst/>
          </a:prstGeom>
          <a:solidFill>
            <a:srgbClr val="D6EAF8"/>
          </a:solidFill>
          <a:ln w="25400">
            <a:solidFill>
              <a:srgbClr val="0D7E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090672"/>
            <a:ext cx="1554480" cy="384048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858768"/>
            <a:ext cx="1554480" cy="-384048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90672"/>
            <a:ext cx="0" cy="768096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31136" y="3419856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33101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39"/>
                </a:solidFill>
              </a:rPr>
              <a:t>Apex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554480" cy="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28600" y="336499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Ø30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2186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60 mm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0" cy="768096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286000"/>
            <a:ext cx="1554480" cy="384048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054096"/>
            <a:ext cx="1554480" cy="-384048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2286000"/>
            <a:ext cx="768096" cy="768096"/>
          </a:xfrm>
          <a:prstGeom prst="ellipse">
            <a:avLst/>
          </a:prstGeom>
          <a:solidFill>
            <a:srgbClr val="D6EAF8"/>
          </a:solidFill>
          <a:ln w="25400">
            <a:solidFill>
              <a:srgbClr val="0D7EBD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297680" y="256032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30 mm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0D7E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Procedure: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Step 1 – Draw cone with base on HP (axis vertical). Step 2 – Rotate so one triangular face lies on HP. Step 3 – Front view = triangle with base on XY. Top view = isoceles triangle with base ellipse.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" cy="4389120"/>
          </a:xfrm>
          <a:prstGeom prst="rect">
            <a:avLst/>
          </a:prstGeom>
          <a:solidFill>
            <a:srgbClr val="0D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Pentagonal Prism: Base on H.P., Axis 30° with H.P., Parallel to V.P.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side = 30 mm  |  Axis = 60 mm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Front View (Elevation)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Top View (Plan)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3474720"/>
            <a:ext cx="86868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239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17412" cy="315917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8932" y="3333437"/>
            <a:ext cx="-83044" cy="511165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5888" y="3844603"/>
            <a:ext cx="-268735" cy="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7152" y="3844603"/>
            <a:ext cx="-83044" cy="-511165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108" y="3333437"/>
            <a:ext cx="217412" cy="-315917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286000"/>
            <a:ext cx="217412" cy="315917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9092" y="2601917"/>
            <a:ext cx="-83044" cy="511165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6048" y="3113083"/>
            <a:ext cx="-268735" cy="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7312" y="3113083"/>
            <a:ext cx="-83044" cy="-511165"/>
          </a:xfrm>
          <a:prstGeom prst="line">
            <a:avLst/>
          </a:prstGeom>
          <a:noFill/>
          <a:ln w="19050">
            <a:solidFill>
              <a:srgbClr val="0D7EB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794268" y="2601917"/>
            <a:ext cx="217412" cy="-315917"/>
          </a:xfrm>
          <a:prstGeom prst="line">
            <a:avLst/>
          </a:prstGeom>
          <a:noFill/>
          <a:ln w="19050">
            <a:solidFill>
              <a:srgbClr val="0D7EB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31520" y="3017520"/>
            <a:ext cx="1280160" cy="-73152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8932" y="3333437"/>
            <a:ext cx="1280160" cy="-73152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5888" y="3844603"/>
            <a:ext cx="1280160" cy="-73152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152" y="3844603"/>
            <a:ext cx="1280160" cy="-73152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14108" y="3333437"/>
            <a:ext cx="1280160" cy="-73152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31520" y="3474720"/>
            <a:ext cx="1280160" cy="-73152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005840" y="30632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30°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2560320"/>
            <a:ext cx="1554480" cy="548640"/>
          </a:xfrm>
          <a:prstGeom prst="rect">
            <a:avLst/>
          </a:prstGeom>
          <a:solidFill>
            <a:srgbClr val="D6EAF8"/>
          </a:solidFill>
          <a:ln w="25400">
            <a:solidFill>
              <a:srgbClr val="0D7E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2834640"/>
            <a:ext cx="1554480" cy="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394960" y="2286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60 mm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697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30 mm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0D7E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Procedure: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Step 1 – Draw pentagonal prism with base on HP. Step 2 – Tilt axis to 30° with HP, keeping it parallel to VP. Step 3 – Front view shows tilted pentagon ends. Top view is a rectangle 60×30.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" cy="4389120"/>
          </a:xfrm>
          <a:prstGeom prst="rect">
            <a:avLst/>
          </a:prstGeom>
          <a:solidFill>
            <a:srgbClr val="0D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Pentagonal Prism — Section by AIP (45° to H.P.) at Mid-Axis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side = 30 mm  |  Axis = 60 mm  |  True Shape of Section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Sectional Front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74720" y="182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Sectional Top 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True Shape of Section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3474720"/>
            <a:ext cx="86868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239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2953512"/>
            <a:ext cx="234804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4964" y="3124107"/>
            <a:ext cx="-89687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25277" y="3400137"/>
            <a:ext cx="-290234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5043" y="3400137"/>
            <a:ext cx="-89687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5356" y="3124107"/>
            <a:ext cx="234804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307592"/>
            <a:ext cx="0" cy="164592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4964" y="1478187"/>
            <a:ext cx="0" cy="164592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25277" y="1754217"/>
            <a:ext cx="0" cy="164592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5043" y="1754217"/>
            <a:ext cx="0" cy="1645920"/>
          </a:xfrm>
          <a:prstGeom prst="line">
            <a:avLst/>
          </a:prstGeom>
          <a:noFill/>
          <a:ln w="12700">
            <a:solidFill>
              <a:srgbClr val="0D7EB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45356" y="1478187"/>
            <a:ext cx="0" cy="1645920"/>
          </a:xfrm>
          <a:prstGeom prst="line">
            <a:avLst/>
          </a:prstGeom>
          <a:noFill/>
          <a:ln w="12700">
            <a:solidFill>
              <a:srgbClr val="0D7EB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280160" y="1307592"/>
            <a:ext cx="234804" cy="170595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14964" y="1478187"/>
            <a:ext cx="-89687" cy="276029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25277" y="1754217"/>
            <a:ext cx="-290234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5043" y="1754217"/>
            <a:ext cx="-89687" cy="-276029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5356" y="1478187"/>
            <a:ext cx="234804" cy="-170595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377440"/>
            <a:ext cx="1828800" cy="-640080"/>
          </a:xfrm>
          <a:prstGeom prst="line">
            <a:avLst/>
          </a:prstGeom>
          <a:noFill/>
          <a:ln w="25400">
            <a:solidFill>
              <a:srgbClr val="E74C3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24028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(45°)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331720"/>
            <a:ext cx="137160" cy="-137160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331720"/>
            <a:ext cx="137160" cy="-137160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2331720"/>
            <a:ext cx="137160" cy="-137160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2331720"/>
            <a:ext cx="137160" cy="-137160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1463040"/>
            <a:ext cx="434823" cy="315917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66743" y="1778957"/>
            <a:ext cx="-166088" cy="511165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0655" y="2290123"/>
            <a:ext cx="-537471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63185" y="2290123"/>
            <a:ext cx="-166088" cy="-511165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97097" y="1778957"/>
            <a:ext cx="434823" cy="-315917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1920240"/>
            <a:ext cx="109728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315200" y="1417320"/>
            <a:ext cx="478305" cy="347509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3505" y="1764829"/>
            <a:ext cx="-182696" cy="562282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10809" y="2327111"/>
            <a:ext cx="-591218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19591" y="2327111"/>
            <a:ext cx="-182696" cy="-562282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36895" y="1764829"/>
            <a:ext cx="478305" cy="-347509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40880" y="1645920"/>
            <a:ext cx="-182880" cy="548640"/>
          </a:xfrm>
          <a:prstGeom prst="line">
            <a:avLst/>
          </a:prstGeom>
          <a:noFill/>
          <a:ln w="9525">
            <a:solidFill>
              <a:srgbClr val="27AE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1645920"/>
            <a:ext cx="-182880" cy="548640"/>
          </a:xfrm>
          <a:prstGeom prst="line">
            <a:avLst/>
          </a:prstGeom>
          <a:noFill/>
          <a:ln w="9525">
            <a:solidFill>
              <a:srgbClr val="27AE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0" y="1645920"/>
            <a:ext cx="-182880" cy="548640"/>
          </a:xfrm>
          <a:prstGeom prst="line">
            <a:avLst/>
          </a:prstGeom>
          <a:noFill/>
          <a:ln w="9525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True Pentagon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Section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0D7EB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Procedure: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Draw upright prism. Cut with AIP at 45° through mid-axis. Mark cut points on all edges. Draw sectional views and project true shape using auxiliary plane method.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" cy="4389120"/>
          </a:xfrm>
          <a:prstGeom prst="rect">
            <a:avLst/>
          </a:prstGeom>
          <a:solidFill>
            <a:srgbClr val="0D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 — Development of Lateral Surface (AIP at 45° bisecting axis)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dia = 40 mm  |  Axis = 60 mm  |  AIP at 45° to H.P.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Front View with Section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389120" y="182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Development of Lateral Surface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3474720"/>
            <a:ext cx="86868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239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097280" cy="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474720"/>
            <a:ext cx="548640" cy="-155448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3474720"/>
            <a:ext cx="-548640" cy="-155448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6152" y="1856232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3474720"/>
            <a:ext cx="0" cy="-155448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2971800"/>
            <a:ext cx="1645920" cy="-548640"/>
          </a:xfrm>
          <a:prstGeom prst="line">
            <a:avLst/>
          </a:prstGeom>
          <a:noFill/>
          <a:ln w="25400">
            <a:solidFill>
              <a:srgbClr val="E74C3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874520" y="2377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</a:rPr>
              <a:t>AIP 45°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33375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Ø40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58775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60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04749" y="2094403"/>
            <a:ext cx="33443" cy="-48656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38192" y="2045746"/>
            <a:ext cx="35818" cy="-46936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74010" y="1998811"/>
            <a:ext cx="38104" cy="-45099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12114" y="1953712"/>
            <a:ext cx="40296" cy="-43152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2410" y="1910560"/>
            <a:ext cx="42389" cy="-41098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94799" y="1869462"/>
            <a:ext cx="44377" cy="-38942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39177" y="1830520"/>
            <a:ext cx="46256" cy="-36691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5433" y="1793829"/>
            <a:ext cx="48021" cy="-34349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33454" y="1759480"/>
            <a:ext cx="49667" cy="-31922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83121" y="1727558"/>
            <a:ext cx="51191" cy="-29417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34312" y="1698142"/>
            <a:ext cx="52589" cy="-26839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86901" y="1671303"/>
            <a:ext cx="53856" cy="-24194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0757" y="1647109"/>
            <a:ext cx="54991" cy="-2149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95748" y="1625619"/>
            <a:ext cx="55990" cy="-18733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51738" y="1606885"/>
            <a:ext cx="56851" cy="-1593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8590" y="1590955"/>
            <a:ext cx="57572" cy="-13088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66162" y="1577867"/>
            <a:ext cx="58151" cy="-10213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24313" y="1567654"/>
            <a:ext cx="58586" cy="-7313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2900" y="1560341"/>
            <a:ext cx="58877" cy="-4395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41777" y="1555946"/>
            <a:ext cx="59023" cy="-1466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554480"/>
            <a:ext cx="59023" cy="1466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59823" y="1555946"/>
            <a:ext cx="58877" cy="4395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8700" y="1560341"/>
            <a:ext cx="58586" cy="7313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77287" y="1567654"/>
            <a:ext cx="58151" cy="10213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35438" y="1577867"/>
            <a:ext cx="57572" cy="13088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93010" y="1590955"/>
            <a:ext cx="56851" cy="1593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49862" y="1606885"/>
            <a:ext cx="55990" cy="18733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05852" y="1625619"/>
            <a:ext cx="54991" cy="2149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60843" y="1647109"/>
            <a:ext cx="53856" cy="24194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14699" y="1671303"/>
            <a:ext cx="52589" cy="26839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67288" y="1698142"/>
            <a:ext cx="51191" cy="29417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18479" y="1727558"/>
            <a:ext cx="49667" cy="31922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68146" y="1759480"/>
            <a:ext cx="48021" cy="34349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16167" y="1793829"/>
            <a:ext cx="46256" cy="36691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62423" y="1830520"/>
            <a:ext cx="44377" cy="38942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06801" y="1869462"/>
            <a:ext cx="42389" cy="41098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49190" y="1910560"/>
            <a:ext cx="40296" cy="43152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89486" y="1953712"/>
            <a:ext cx="38104" cy="45099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27590" y="1998811"/>
            <a:ext cx="35818" cy="46936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63408" y="2045746"/>
            <a:ext cx="33443" cy="48656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0" y="2743200"/>
            <a:ext cx="-996051" cy="-648797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0800" y="2743200"/>
            <a:ext cx="996051" cy="-648797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52972" y="2386361"/>
            <a:ext cx="-12650" cy="-93332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40322" y="2293029"/>
            <a:ext cx="2105" cy="-97836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42427" y="2195193"/>
            <a:ext cx="18461" cy="-98989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60888" y="2096204"/>
            <a:ext cx="35582" cy="-96425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96470" y="1999779"/>
            <a:ext cx="52563" cy="-89999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49033" y="1909779"/>
            <a:ext cx="68479" cy="-79794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17512" y="1829985"/>
            <a:ext cx="82448" cy="-66121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99960" y="1763865"/>
            <a:ext cx="93685" cy="-49502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93645" y="1714363"/>
            <a:ext cx="101552" cy="-30639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95198" y="1683724"/>
            <a:ext cx="105602" cy="-10372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0" y="1673352"/>
            <a:ext cx="105602" cy="10372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06402" y="1683724"/>
            <a:ext cx="101552" cy="30639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07955" y="1714363"/>
            <a:ext cx="93685" cy="49502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01640" y="1763865"/>
            <a:ext cx="82448" cy="66121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84088" y="1829985"/>
            <a:ext cx="68479" cy="79794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52567" y="1909779"/>
            <a:ext cx="52563" cy="89999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05130" y="1999779"/>
            <a:ext cx="35582" cy="96425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940712" y="2096204"/>
            <a:ext cx="18461" cy="98989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59173" y="2195193"/>
            <a:ext cx="2105" cy="97836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61278" y="2293029"/>
            <a:ext cx="-12650" cy="93332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73952" y="2542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Apex O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7200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Slant height l = </a:t>
            </a:r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√(20²+60²) ≈ 63 mm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572000" y="4005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Sector angle = 114°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74320" y="429768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E8F4FD"/>
          </a:solidFill>
          <a:ln w="12700">
            <a:solidFill>
              <a:srgbClr val="0D7EB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Red curve on development = true curve of the cut section. Sector angle = 360°×(r/l).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" cy="4389120"/>
          </a:xfrm>
          <a:prstGeom prst="rect">
            <a:avLst/>
          </a:prstGeom>
          <a:solidFill>
            <a:srgbClr val="0D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Pyramid — Section (AIP 60° to H.P., 40 mm above base)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side = 30 mm  |  Height = 80 mm  |  True Shape + Sectional Views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Front Elevation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9260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Sectional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True Shape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3474720"/>
            <a:ext cx="86868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239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474720"/>
            <a:ext cx="2011680" cy="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474720"/>
            <a:ext cx="1005840" cy="-182880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3474720"/>
            <a:ext cx="-1005840" cy="-1828800"/>
          </a:xfrm>
          <a:prstGeom prst="line">
            <a:avLst/>
          </a:prstGeom>
          <a:noFill/>
          <a:ln w="25400">
            <a:solidFill>
              <a:srgbClr val="0D7E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3474720"/>
            <a:ext cx="0" cy="-182880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1440" y="2286000"/>
            <a:ext cx="2377440" cy="-274320"/>
          </a:xfrm>
          <a:prstGeom prst="line">
            <a:avLst/>
          </a:prstGeom>
          <a:noFill/>
          <a:ln w="25400">
            <a:solidFill>
              <a:srgbClr val="E74C3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331720" y="2057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</a:rPr>
              <a:t>AIP 60°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-274320" y="245059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40 mm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59152" y="24505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80 mm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0825" y="1682496"/>
            <a:ext cx="0" cy="475488"/>
          </a:xfrm>
          <a:prstGeom prst="line">
            <a:avLst/>
          </a:prstGeom>
          <a:noFill/>
          <a:ln w="19050">
            <a:solidFill>
              <a:srgbClr val="0D7EB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160825" y="2157984"/>
            <a:ext cx="-411785" cy="237744"/>
          </a:xfrm>
          <a:prstGeom prst="line">
            <a:avLst/>
          </a:prstGeom>
          <a:noFill/>
          <a:ln w="19050">
            <a:solidFill>
              <a:srgbClr val="0D7EB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749040" y="2395728"/>
            <a:ext cx="-411785" cy="-237744"/>
          </a:xfrm>
          <a:prstGeom prst="line">
            <a:avLst/>
          </a:prstGeom>
          <a:noFill/>
          <a:ln w="19050">
            <a:solidFill>
              <a:srgbClr val="0D7EB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337255" y="2157984"/>
            <a:ext cx="0" cy="-475488"/>
          </a:xfrm>
          <a:prstGeom prst="line">
            <a:avLst/>
          </a:prstGeom>
          <a:noFill/>
          <a:ln w="19050">
            <a:solidFill>
              <a:srgbClr val="0D7EB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337255" y="1682496"/>
            <a:ext cx="411785" cy="-237744"/>
          </a:xfrm>
          <a:prstGeom prst="line">
            <a:avLst/>
          </a:prstGeom>
          <a:noFill/>
          <a:ln w="19050">
            <a:solidFill>
              <a:srgbClr val="0D7EB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749040" y="1444752"/>
            <a:ext cx="411785" cy="237744"/>
          </a:xfrm>
          <a:prstGeom prst="line">
            <a:avLst/>
          </a:prstGeom>
          <a:noFill/>
          <a:ln w="19050">
            <a:solidFill>
              <a:srgbClr val="0D7EB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749040" y="1444752"/>
            <a:ext cx="0" cy="950976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825" y="1682496"/>
            <a:ext cx="-823569" cy="475488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2286000"/>
            <a:ext cx="109728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1645920"/>
            <a:ext cx="54864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2286000"/>
            <a:ext cx="274320" cy="-64008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286000"/>
            <a:ext cx="-274320" cy="-64008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95160" y="1645920"/>
            <a:ext cx="-109728" cy="448056"/>
          </a:xfrm>
          <a:prstGeom prst="line">
            <a:avLst/>
          </a:prstGeom>
          <a:noFill/>
          <a:ln w="9525">
            <a:solidFill>
              <a:srgbClr val="27AE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645920"/>
            <a:ext cx="-109728" cy="448056"/>
          </a:xfrm>
          <a:prstGeom prst="line">
            <a:avLst/>
          </a:prstGeom>
          <a:noFill/>
          <a:ln w="9525">
            <a:solidFill>
              <a:srgbClr val="27AE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645920"/>
            <a:ext cx="-109728" cy="448056"/>
          </a:xfrm>
          <a:prstGeom prst="line">
            <a:avLst/>
          </a:prstGeom>
          <a:noFill/>
          <a:ln w="9525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1645920"/>
            <a:ext cx="-109728" cy="448056"/>
          </a:xfrm>
          <a:prstGeom prst="line">
            <a:avLst/>
          </a:prstGeom>
          <a:noFill/>
          <a:ln w="9525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01000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True Shape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(Trapezoidal)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0D7E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Procedure: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Draw pyramid with 2 base sides parallel to VP. Mark AIP at 60° to HP cutting axis 40mm above base. Find section points on all edges. Project section in plan and find true shape via auxiliary plane.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" cy="4389120"/>
          </a:xfrm>
          <a:prstGeom prst="rect">
            <a:avLst/>
          </a:prstGeom>
          <a:solidFill>
            <a:srgbClr val="0D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Pentagonal Prism — Development of Lateral Surface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through top-right corner at 45° to H.P.  |  Base side = 30 mm  |  Axis = 60 mm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Front View with AIP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40480" y="182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Development of Lateral Surface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3474720"/>
            <a:ext cx="86868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2396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017520"/>
            <a:ext cx="347858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458" y="3333437"/>
            <a:ext cx="-132870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6588" y="3844603"/>
            <a:ext cx="-429977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6612" y="3844603"/>
            <a:ext cx="-132870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3742" y="3333437"/>
            <a:ext cx="347858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0" cy="-1554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19458" y="3333437"/>
            <a:ext cx="0" cy="-1554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6588" y="3844603"/>
            <a:ext cx="0" cy="-1554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6612" y="3844603"/>
            <a:ext cx="0" cy="-1554480"/>
          </a:xfrm>
          <a:prstGeom prst="line">
            <a:avLst/>
          </a:prstGeom>
          <a:noFill/>
          <a:ln w="12700">
            <a:solidFill>
              <a:srgbClr val="0D7EB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23742" y="3333437"/>
            <a:ext cx="0" cy="-1554480"/>
          </a:xfrm>
          <a:prstGeom prst="line">
            <a:avLst/>
          </a:prstGeom>
          <a:noFill/>
          <a:ln w="12700">
            <a:solidFill>
              <a:srgbClr val="0D7EB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371600" y="1463040"/>
            <a:ext cx="347858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19458" y="1778957"/>
            <a:ext cx="-132870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6588" y="2290123"/>
            <a:ext cx="-429977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6612" y="2290123"/>
            <a:ext cx="-132870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3742" y="1778957"/>
            <a:ext cx="347858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55450" y="1714949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19458" y="1778957"/>
            <a:ext cx="-914400" cy="914400"/>
          </a:xfrm>
          <a:prstGeom prst="line">
            <a:avLst/>
          </a:prstGeom>
          <a:noFill/>
          <a:ln w="25400">
            <a:solidFill>
              <a:srgbClr val="E74C3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262258" y="1504637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</a:rPr>
              <a:t>AIP 45°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914400"/>
            <a:ext cx="822960" cy="155448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15384" y="877824"/>
            <a:ext cx="73152" cy="731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28516" y="2542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914400"/>
            <a:ext cx="822960" cy="155448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38344" y="1499616"/>
            <a:ext cx="73152" cy="731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1476" y="2542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914400"/>
            <a:ext cx="822960" cy="155448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61304" y="1965960"/>
            <a:ext cx="73152" cy="731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4436" y="2542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914400"/>
            <a:ext cx="822960" cy="155448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84264" y="1655064"/>
            <a:ext cx="73152" cy="731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7396" y="2542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32320" y="914400"/>
            <a:ext cx="822960" cy="155448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07224" y="1110996"/>
            <a:ext cx="73152" cy="731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20356" y="2542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01000" y="2542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914400"/>
            <a:ext cx="822960" cy="621792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1536192"/>
            <a:ext cx="822960" cy="466344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0" y="2002536"/>
            <a:ext cx="822960" cy="-310896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1691640"/>
            <a:ext cx="822960" cy="-544068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0" y="1147572"/>
            <a:ext cx="822960" cy="-233172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6400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Stretch-out (5 × 30 = 150 mm)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15819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Height = 60 mm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0D7EB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Procedure: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Stretch out 5 rectangular faces (each 30 mm wide). Mark the cut point on each edge using AIP angle. Join cut points with a smooth curve. That curve is the true development outline.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" cy="4389120"/>
          </a:xfrm>
          <a:prstGeom prst="rect">
            <a:avLst/>
          </a:prstGeom>
          <a:solidFill>
            <a:srgbClr val="0D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Isometric View → Orthographic (Multiview) Projection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given isometric to Front View, Top View, Side View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Isometric View (Given)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0" y="182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Orthographic Views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2743200"/>
            <a:ext cx="822960" cy="411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3154680"/>
            <a:ext cx="822960" cy="-411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743200"/>
            <a:ext cx="-822960" cy="-411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31720"/>
            <a:ext cx="-822960" cy="411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743200"/>
            <a:ext cx="0" cy="-82296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20240"/>
            <a:ext cx="822960" cy="411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331720"/>
            <a:ext cx="0" cy="82296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154680"/>
            <a:ext cx="-822960" cy="-411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743200"/>
            <a:ext cx="0" cy="-82296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1920240"/>
            <a:ext cx="-822960" cy="411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331720"/>
            <a:ext cx="0" cy="82296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154680"/>
            <a:ext cx="822960" cy="-41148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154680"/>
            <a:ext cx="411480" cy="-20574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08760" y="2948940"/>
            <a:ext cx="0" cy="-82296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2125980"/>
            <a:ext cx="-411480" cy="20574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502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Front 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777240"/>
            <a:ext cx="1645920" cy="109728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777240"/>
            <a:ext cx="1645920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777240"/>
            <a:ext cx="0" cy="54864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325880"/>
            <a:ext cx="822960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Top 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2377440"/>
            <a:ext cx="1645920" cy="91440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2834640"/>
            <a:ext cx="8229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669280" y="502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Side 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777240"/>
            <a:ext cx="1371600" cy="109728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1325880"/>
            <a:ext cx="685800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777240"/>
            <a:ext cx="0" cy="54864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2103120"/>
            <a:ext cx="164592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39"/>
                </a:solidFill>
              </a:rPr>
              <a:t>→ Orthographic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0D7E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Method: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From isometric, look along X-axis for Front View, along Y-axis for Side View, along Z-axis for Top View. Project features using orthographic projection rules.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" cy="4389120"/>
          </a:xfrm>
          <a:prstGeom prst="rect">
            <a:avLst/>
          </a:prstGeom>
          <a:solidFill>
            <a:srgbClr val="0D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Q11–12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Orthographic (First Angle) → Isometric View Conversion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Front View, Top View, Side View → Draw Isometric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Orthographic Views (Given)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Isometric View (Result)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Front 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645920" cy="109728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822960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868680"/>
            <a:ext cx="0" cy="54864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48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Top 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1645920" cy="82296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834640"/>
            <a:ext cx="8229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194560" y="594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Side 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868680"/>
            <a:ext cx="1280160" cy="1097280"/>
          </a:xfrm>
          <a:prstGeom prst="rect">
            <a:avLst/>
          </a:prstGeom>
          <a:solidFill>
            <a:srgbClr val="D6EAF8"/>
          </a:solidFill>
          <a:ln w="19050">
            <a:solidFill>
              <a:srgbClr val="0D7E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417320"/>
            <a:ext cx="640080" cy="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868680"/>
            <a:ext cx="0" cy="54864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828800"/>
            <a:ext cx="731520" cy="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828800"/>
            <a:ext cx="-182880" cy="-13716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828800"/>
            <a:ext cx="-182880" cy="13716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15544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B39"/>
                </a:solidFill>
              </a:rPr>
              <a:t>Isometric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3200400"/>
            <a:ext cx="791894" cy="-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5414" y="2743200"/>
            <a:ext cx="-791894" cy="-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2286000"/>
            <a:ext cx="-791894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11626" y="2743200"/>
            <a:ext cx="791894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3657600"/>
            <a:ext cx="791894" cy="-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5414" y="3200400"/>
            <a:ext cx="-791894" cy="-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2743200"/>
            <a:ext cx="-791894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1626" y="3200400"/>
            <a:ext cx="791894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3657600"/>
            <a:ext cx="0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1626" y="3200400"/>
            <a:ext cx="0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4114800"/>
            <a:ext cx="-791894" cy="-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0" y="4114800"/>
            <a:ext cx="395947" cy="-2286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11626" y="3657600"/>
            <a:ext cx="395947" cy="-2286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99467" y="3886200"/>
            <a:ext cx="-791894" cy="-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0" y="3200400"/>
            <a:ext cx="0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5414" y="2743200"/>
            <a:ext cx="0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2286000"/>
            <a:ext cx="0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1626" y="2743200"/>
            <a:ext cx="0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99467" y="3429000"/>
            <a:ext cx="-791894" cy="-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99467" y="3429000"/>
            <a:ext cx="0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07573" y="2971800"/>
            <a:ext cx="0" cy="457200"/>
          </a:xfrm>
          <a:prstGeom prst="line">
            <a:avLst/>
          </a:prstGeom>
          <a:noFill/>
          <a:ln w="19050">
            <a:solidFill>
              <a:srgbClr val="0D7EB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291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</a:rPr>
              <a:t>X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3291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</a:rPr>
              <a:t>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21031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</a:rPr>
              <a:t>Z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3200400"/>
            <a:ext cx="989867" cy="-571500"/>
          </a:xfrm>
          <a:prstGeom prst="line">
            <a:avLst/>
          </a:prstGeom>
          <a:noFill/>
          <a:ln w="12700">
            <a:solidFill>
              <a:srgbClr val="E07B3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3520" y="3200400"/>
            <a:ext cx="-989867" cy="-571500"/>
          </a:xfrm>
          <a:prstGeom prst="line">
            <a:avLst/>
          </a:prstGeom>
          <a:noFill/>
          <a:ln w="12700">
            <a:solidFill>
              <a:srgbClr val="E07B3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03520" y="3200400"/>
            <a:ext cx="0" cy="1143000"/>
          </a:xfrm>
          <a:prstGeom prst="line">
            <a:avLst/>
          </a:prstGeom>
          <a:noFill/>
          <a:ln w="12700">
            <a:solidFill>
              <a:srgbClr val="E07B3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39319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0D7EB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First Angle Method: </a:t>
            </a:r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In isometric, set up 3 axes at 120°. Transfer dimensions from Front/Top/Side views. Build the object feature by feature using isometric scale (multiply by 0.816 if true isometric).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Graphics - Important Questions</dc:title>
  <dc:subject>PptxGenJS Presentation</dc:subject>
  <dc:creator>PptxGenJS</dc:creator>
  <cp:lastModifiedBy>PptxGenJS</cp:lastModifiedBy>
  <cp:revision>1</cp:revision>
  <dcterms:created xsi:type="dcterms:W3CDTF">2026-06-11T23:39:42Z</dcterms:created>
  <dcterms:modified xsi:type="dcterms:W3CDTF">2026-06-11T23:39:42Z</dcterms:modified>
</cp:coreProperties>
</file>