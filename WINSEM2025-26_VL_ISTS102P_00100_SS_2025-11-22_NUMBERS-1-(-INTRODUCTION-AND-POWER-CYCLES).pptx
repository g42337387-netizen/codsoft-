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12192000"/>
  <p:notesSz cx="6858000" cy="9144000"/>
  <p:embeddedFontLst>
    <p:embeddedFont>
      <p:font typeface="Nunito Sans SemiBold"/>
      <p:regular r:id="rId29"/>
      <p:bold r:id="rId30"/>
      <p:italic r:id="rId31"/>
      <p:boldItalic r:id="rId32"/>
    </p:embeddedFont>
    <p:embeddedFont>
      <p:font typeface="Nunito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7" roundtripDataSignature="AMtx7mjFKWd5P8cGgBGjFVg8KBPtn8+L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Sa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SansSemiBold-italic.fntdata"/><Relationship Id="rId30" Type="http://schemas.openxmlformats.org/officeDocument/2006/relationships/font" Target="fonts/NunitoSansSemiBold-bold.fntdata"/><Relationship Id="rId11" Type="http://schemas.openxmlformats.org/officeDocument/2006/relationships/slide" Target="slides/slide6.xml"/><Relationship Id="rId33" Type="http://schemas.openxmlformats.org/officeDocument/2006/relationships/font" Target="fonts/NunitoSans-regular.fntdata"/><Relationship Id="rId10" Type="http://schemas.openxmlformats.org/officeDocument/2006/relationships/slide" Target="slides/slide5.xml"/><Relationship Id="rId32" Type="http://schemas.openxmlformats.org/officeDocument/2006/relationships/font" Target="fonts/NunitoSans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NunitoSans-italic.fntdata"/><Relationship Id="rId12" Type="http://schemas.openxmlformats.org/officeDocument/2006/relationships/slide" Target="slides/slide7.xml"/><Relationship Id="rId34" Type="http://schemas.openxmlformats.org/officeDocument/2006/relationships/font" Target="fonts/NunitoSans-bold.fntdata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font" Target="fonts/Nunito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3" name="Google Shape;9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=81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=729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=6561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=59049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 it can be concluded that,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odd value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=&gt; Unit digit is 9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 value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=&gt; Unit digit is 1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85  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=&gt; Here, the power value is odd. So, unit digit is 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power cycle pattern for 8 is 8,4,2,6. Since, the power cycle of 8 repeats for every 4 values , the power is being divided by 4.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(123/4) gives the remainder 3. 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Since, the remainder is 3, the 3rd value in the power cycle is unit digit.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Hence, the last digit is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power cycle pattern for 3 is 3, 9, 7, 1.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(92/4) gives the remainder 0(Since, the power cycle of 8 repeats for every 4 values , the power is being divided by 4.)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remainder is 0, then the 4th value in the power cycle will be the unit digit.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Hence, the last digit is 1.</a:t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raised to any number the last digit is 6</a:t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unit digit of the required result is going to be decided by unit digit of the given number.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2(unit digit) is going to decide the required unit digit.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find the power cycle for 2.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2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4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8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6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2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4 times its getting repeated again. So, cycle is 4.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we need to find the remainder of (power) / Cycle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243 / 4 = 3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means the third number in the cycle(i.e., 8) is the answer.</a:t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power 62 means we will get 62 zeroes.</a:t>
            </a:r>
            <a:br>
              <a:rPr lang="en-US"/>
            </a:b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63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digit will be decided by 2</a:t>
            </a:r>
            <a:br>
              <a:rPr lang="en-US"/>
            </a:b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already know how to find the last digit of 2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2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cycle is 2,4,8,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62/4 = R(2)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second value in the power cycle will the answer.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Required digit = Unit digit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=(1 × 2 × 3 × 4 × 5 × 6 × 7 × 8 × 9) = 0.  (Even numbers multiply with 5 gives unit digit 0)</a:t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cycle of 9 is (9,1).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729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; power / 2 =&gt; 29/2 = R(1)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Therefore, unit digit is 9.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other words, if 729 is multiplied by an even number of times, the number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unit place will be 1. Thus, the number is the place in (729)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1.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(729)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(729)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x (729) = (.....1) x (729)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9 in the unit place.</a:t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digit of 9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will be the unit digit of 9999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power cycle of 9 is 9,1.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power is odd value, then unit digit is 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power is even value, then unit digit is 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Since, 90 is an even number. The unit digit is </a:t>
            </a: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Cycle of 5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such that for all n the units place is 5.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Cycle of 8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8, 4, 2, 6 for n = 1, 2, 3, 4.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Cycle of 7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7, 9, 3, 1 for n = 1, 2, 3, 4.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xx8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52 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 end with 6 as 52 is divisible by 4.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x7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will end with 3 as 19 is 3 more than 16, which is divisible by 4.</a:t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power anything is going to end with 5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power anything is going to end with a even number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 number * 5 is always going to end with a zero.Any number * 0 will definitely ends with a zero.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Hence, the unit digit is 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last number of the answer is going to be decided by the last number of the question.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power cycle concept,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96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5 (5 which is the unit digit raised to any power will be 5 as its unit digit)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power cycle of 3(Since, 3 is the unit digit) is 3,9,7,1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12/4 remainder is 0 so 1 is the unit digit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5*1 = 5</a:t>
            </a:r>
            <a:br>
              <a:rPr lang="en-US"/>
            </a:b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Shortcut: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5 is multiplied with odd numbers, we will get unit digit as 5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5 is multiplied with even numbers, we will get unit digit as 0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5 is multiplied with odd number, so the unit digit is 5.</a:t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digit for the power of 6 is 6 (always)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cycle of 7 is 7, 9, 3, 1.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 467/4 gives a remainder of 3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the last digit is 7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= 3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 digit is 6 + 3 = 9</a:t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know that if 5 gets multiplied with an odd number, it will have unit digit 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5 gets multiplies with an even number, it will have unit digit 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Since, the expression contains the term 75 and it is being multiplied with 238. The unit digit of the expression is 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Hence, the answer is</a:t>
            </a: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0. 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Alternate: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digit of the expression can be determined by knowing unit digit of the numbers in the expression.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238</a:t>
            </a:r>
            <a:r>
              <a:rPr b="1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power cycle of 8 is 8, 4, 2, 6.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25/4= R(1)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Hence, first number of the power cycle (i.e., 8) is unit digit 238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</a:t>
            </a:r>
            <a:r>
              <a:rPr b="1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power cycle of 9 is 9,1.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27/2= R (1)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 the unit digit of  49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is 9.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75</a:t>
            </a:r>
            <a:r>
              <a:rPr b="1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raised to any power will result in 5.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the unit digit is </a:t>
            </a: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 digit of the expression = Unit digit of (8*9*5)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the unit digit is 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Considering from the right end towards left,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2870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155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will have 155 zeroes and then we will get a rightmost non-zero integer.</a:t>
            </a:r>
            <a:br>
              <a:rPr lang="en-US"/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2840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125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will have 125 zeroes and then a rightmost non-zero integer.While adding both these numbers, the latter will contribute the rightmost non-zero integer of the sum (Since, it has minimal number of 0s).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the number 2840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125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 the value should be 284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125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should be considered. 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power cycle for 4 is 4, 6.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odd value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4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 value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is 6</a:t>
            </a:r>
            <a:b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the power is odd , 4</a:t>
            </a:r>
            <a:r>
              <a:rPr b="0" baseline="3000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125</a:t>
            </a:r>
            <a:r>
              <a:rPr b="0" i="0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.So the rightmost non-zero integer is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02" name="Google Shape;402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0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0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9600" y="3041800"/>
            <a:ext cx="798195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2228195" y="1789871"/>
            <a:ext cx="8458198" cy="746598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Topic/Course</a:t>
            </a:r>
            <a:endParaRPr b="1" i="0" sz="4500" u="none" cap="none" strike="noStrike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2228196" y="2514600"/>
            <a:ext cx="6745013" cy="284934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Sub-Topic (Example: name of college)</a:t>
            </a:r>
            <a:endParaRPr b="1" i="0" sz="1500" u="none" cap="none" strike="noStrike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015554" y="1740939"/>
            <a:ext cx="1016089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VIT</a:t>
            </a:r>
            <a:endParaRPr sz="6000">
              <a:solidFill>
                <a:schemeClr val="dk1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1110149" y="1640233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5136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0" y="2971800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Power cycle</a:t>
            </a:r>
            <a:endParaRPr b="1" sz="54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06" name="Google Shape;106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/>
        </p:nvSpPr>
        <p:spPr>
          <a:xfrm>
            <a:off x="642479" y="1156906"/>
            <a:ext cx="10907041" cy="547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❖"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The last digit of a number of the form a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falls in a particular sequence or order depending on the unit digit of the number “a” and the power the number is raised to “b”. Thus, the power cycle of a number depends on its’ unit digit.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❖"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Consider the power cycle of 2: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	2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=2     			2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=32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	2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=4     			2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6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=64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	2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=8     			2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7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=128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	2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=16    			2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8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=256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❖"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It can be observed that the unit digit gets repeated after every 4th power of 2. Hence, we can say that 2 has a power cycle of 2, 4, 8, 6 with frequency 4.</a:t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Power cycle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/>
        </p:nvSpPr>
        <p:spPr>
          <a:xfrm>
            <a:off x="642479" y="1156906"/>
            <a:ext cx="10907041" cy="47089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❖"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This means that, a number of the form: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b="0" i="0" lang="en-US" sz="2500" u="none" cap="none" strike="noStrik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r>
              <a:rPr b="0" baseline="30000" i="0" lang="en-US" sz="2500" u="none" cap="none" strike="noStrik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4k+1</a:t>
            </a:r>
            <a:r>
              <a:rPr b="0" i="0" lang="en-US" sz="2500" u="none" cap="none" strike="noStrik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will have the last digit as 2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b="0" i="0" lang="en-US" sz="2500" u="none" cap="none" strike="noStrik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r>
              <a:rPr b="0" baseline="30000" i="0" lang="en-US" sz="2500" u="none" cap="none" strike="noStrik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4k+2</a:t>
            </a:r>
            <a:r>
              <a:rPr b="0" i="0" lang="en-US" sz="2500" u="none" cap="none" strike="noStrik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will have the last digit as 4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b="0" i="0" lang="en-US" sz="2500" u="none" cap="none" strike="noStrik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r>
              <a:rPr b="0" baseline="30000" i="0" lang="en-US" sz="2500" u="none" cap="none" strike="noStrik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4k+3</a:t>
            </a:r>
            <a:r>
              <a:rPr b="0" i="0" lang="en-US" sz="2500" u="none" cap="none" strike="noStrik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will have the last digit as 8</a:t>
            </a:r>
            <a:endParaRPr/>
          </a:p>
          <a:p>
            <a:pPr indent="-342900" lvl="1" marL="8001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⮚"/>
            </a:pPr>
            <a:r>
              <a:rPr b="0" i="0" lang="en-US" sz="2500" u="none" cap="none" strike="noStrik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r>
              <a:rPr b="0" baseline="30000" i="0" lang="en-US" sz="2500" u="none" cap="none" strike="noStrik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4k+4</a:t>
            </a:r>
            <a:r>
              <a:rPr b="0" i="0" lang="en-US" sz="2500" u="none" cap="none" strike="noStrike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will have the last digit as 6 (where k=0, 1, 2, 3…)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	</a:t>
            </a:r>
            <a:endParaRPr/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❖"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This is applicable not only for 2 but for all numbers ending in 2. ( e.g. 1232 ,3452123)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42900" lvl="0" marL="3429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Noto Sans Symbols"/>
              <a:buChar char="❖"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Therefore, to find the last digit of a number raised to any power, we just need to know the power cycle of digits from 0 to 9, which is given below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Power cycle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24" name="Google Shape;12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Power cycle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32" name="Google Shape;132;p6"/>
          <p:cNvPicPr preferRelativeResize="0"/>
          <p:nvPr/>
        </p:nvPicPr>
        <p:blipFill rotWithShape="1">
          <a:blip r:embed="rId3">
            <a:alphaModFix/>
          </a:blip>
          <a:srcRect b="43306" l="0" r="0" t="0"/>
          <a:stretch/>
        </p:blipFill>
        <p:spPr>
          <a:xfrm>
            <a:off x="302202" y="883618"/>
            <a:ext cx="7806171" cy="564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Power cycle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41" name="Google Shape;141;p7"/>
          <p:cNvPicPr preferRelativeResize="0"/>
          <p:nvPr/>
        </p:nvPicPr>
        <p:blipFill rotWithShape="1">
          <a:blip r:embed="rId3">
            <a:alphaModFix/>
          </a:blip>
          <a:srcRect b="-1" l="0" r="0" t="55675"/>
          <a:stretch/>
        </p:blipFill>
        <p:spPr>
          <a:xfrm>
            <a:off x="305079" y="1059597"/>
            <a:ext cx="7924521" cy="4480613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 txBox="1"/>
          <p:nvPr/>
        </p:nvSpPr>
        <p:spPr>
          <a:xfrm>
            <a:off x="642475" y="5620000"/>
            <a:ext cx="10462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Note:- 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You don’t need to remember the frequencies, as in every case, the frequency of 4 is valid.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43" name="Google Shape;14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Find the unit digit of 9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85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9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7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1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Find the last digit of 3278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123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8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6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2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77" name="Google Shape;17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Find the unit digit of 1463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92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9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7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3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94" name="Google Shape;194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Find the last digit of 26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43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6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9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4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11" name="Google Shape;2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4352" y="6099048"/>
            <a:ext cx="1989410" cy="4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Find the last digit of 623482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243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220" name="Google Shape;220;p12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6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8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5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28" name="Google Shape;22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Find the 63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rd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digit from the unit’s place for the given expression 6320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62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239" name="Google Shape;239;p13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6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8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6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45" name="Google Shape;24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4352" y="6099048"/>
            <a:ext cx="1989410" cy="4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The digit in unit’s place of the product 41 × 42 × ..... × 49 is _______.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254" name="Google Shape;254;p14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0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6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7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62" name="Google Shape;2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What is the number in the unit place in (729)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29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?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9 in the unit place.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 in the unit place.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6 in the unit place.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7 in the unit place.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8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79" name="Google Shape;2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What is the last digit of 9999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90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?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287" name="Google Shape;287;p16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289" name="Google Shape;289;p16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290" name="Google Shape;290;p16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9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0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9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96" name="Google Shape;2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Select the right set of unit’s digits for the following terms: 25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24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, 258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52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, 77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19</a:t>
            </a:r>
            <a:endParaRPr b="1" baseline="30000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304" name="Google Shape;304;p17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305" name="Google Shape;305;p17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306" name="Google Shape;306;p17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307" name="Google Shape;307;p17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5, 6, 9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5, 8, 3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5, 6, 3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5, 8, 7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10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13" name="Google Shape;3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8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The unit digit of the expression 68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24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* 25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45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* 93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21 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is _____________.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0" name="Google Shape;320;p18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321" name="Google Shape;321;p18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322" name="Google Shape;322;p18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323" name="Google Shape;323;p18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0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9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8" name="Google Shape;328;p18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11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30" name="Google Shape;33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The unit digit of the given expression 45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96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x 13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12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340" name="Google Shape;340;p19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341" name="Google Shape;341;p19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0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12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47" name="Google Shape;3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0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What is the rightmost integer of the expression 65776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759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+ 54697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467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?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9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11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13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15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13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64" name="Google Shape;3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The units digit of the expression 238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25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x 49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27 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x 75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29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is ______.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372" name="Google Shape;372;p21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374" name="Google Shape;374;p21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375" name="Google Shape;375;p21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8" name="Google Shape;378;p21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0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14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81" name="Google Shape;3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 txBox="1"/>
          <p:nvPr/>
        </p:nvSpPr>
        <p:spPr>
          <a:xfrm>
            <a:off x="642479" y="1156906"/>
            <a:ext cx="10907041" cy="477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Find the rightmost non-zero integer of the expression 2840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125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+ 2870</a:t>
            </a:r>
            <a:r>
              <a:rPr baseline="30000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155</a:t>
            </a: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.</a:t>
            </a:r>
            <a:endParaRPr b="1" i="1"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657998" y="320040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A)</a:t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647791" y="377516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B)</a:t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657998" y="4349920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C)</a:t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641928" y="4914129"/>
            <a:ext cx="69669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D)</a:t>
            </a: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1456098" y="320040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6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1445891" y="377516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1456098" y="4349920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1440028" y="4914129"/>
            <a:ext cx="10098317" cy="621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8</a:t>
            </a:r>
            <a:endParaRPr sz="2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0" y="0"/>
            <a:ext cx="12192000" cy="883618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3890150" y="228600"/>
            <a:ext cx="77724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Nunito Sans"/>
                <a:ea typeface="Nunito Sans"/>
                <a:cs typeface="Nunito Sans"/>
                <a:sym typeface="Nunito Sans"/>
              </a:rPr>
              <a:t>Question 15</a:t>
            </a:r>
            <a:endParaRPr b="1" sz="4800">
              <a:solidFill>
                <a:schemeClr val="lt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98" name="Google Shape;39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352895">
            <a:off x="-213173" y="3100075"/>
            <a:ext cx="4220917" cy="3943721"/>
          </a:xfrm>
          <a:custGeom>
            <a:rect b="b" l="l" r="r" t="t"/>
            <a:pathLst>
              <a:path extrusionOk="0" h="3942674" w="4219796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05" name="Google Shape;405;p23"/>
          <p:cNvSpPr/>
          <p:nvPr/>
        </p:nvSpPr>
        <p:spPr>
          <a:xfrm>
            <a:off x="0" y="2438400"/>
            <a:ext cx="121920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F05136"/>
                </a:solidFill>
                <a:latin typeface="Nunito Sans"/>
                <a:ea typeface="Nunito Sans"/>
                <a:cs typeface="Nunito Sans"/>
                <a:sym typeface="Nunito Sans"/>
              </a:rPr>
              <a:t>THANK YOU</a:t>
            </a:r>
            <a:endParaRPr b="1" sz="8000">
              <a:solidFill>
                <a:srgbClr val="F0513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6" name="Google Shape;40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6225" y="6172059"/>
            <a:ext cx="3676650" cy="46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2019-07-10T08:30:58Z</dcterms:created>
</cp:coreProperties>
</file>