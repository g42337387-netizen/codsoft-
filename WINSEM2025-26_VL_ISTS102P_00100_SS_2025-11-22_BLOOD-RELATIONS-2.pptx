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32"/>
  </p:notesMasterIdLst>
  <p:sldIdLst>
    <p:sldId id="272" r:id="rId2"/>
    <p:sldId id="271" r:id="rId3"/>
    <p:sldId id="258" r:id="rId4"/>
    <p:sldId id="319" r:id="rId5"/>
    <p:sldId id="320" r:id="rId6"/>
    <p:sldId id="321" r:id="rId7"/>
    <p:sldId id="322" r:id="rId8"/>
    <p:sldId id="342" r:id="rId9"/>
    <p:sldId id="343" r:id="rId10"/>
    <p:sldId id="323" r:id="rId11"/>
    <p:sldId id="324" r:id="rId12"/>
    <p:sldId id="325" r:id="rId13"/>
    <p:sldId id="326" r:id="rId14"/>
    <p:sldId id="327" r:id="rId15"/>
    <p:sldId id="328" r:id="rId16"/>
    <p:sldId id="330" r:id="rId17"/>
    <p:sldId id="329" r:id="rId18"/>
    <p:sldId id="344" r:id="rId19"/>
    <p:sldId id="331" r:id="rId20"/>
    <p:sldId id="332" r:id="rId21"/>
    <p:sldId id="339" r:id="rId22"/>
    <p:sldId id="333" r:id="rId23"/>
    <p:sldId id="334" r:id="rId24"/>
    <p:sldId id="335" r:id="rId25"/>
    <p:sldId id="340" r:id="rId26"/>
    <p:sldId id="341" r:id="rId27"/>
    <p:sldId id="336" r:id="rId28"/>
    <p:sldId id="337" r:id="rId29"/>
    <p:sldId id="338" r:id="rId30"/>
    <p:sldId id="289" r:id="rId31"/>
  </p:sldIdLst>
  <p:sldSz cx="12192000" cy="6858000"/>
  <p:notesSz cx="6858000" cy="9144000"/>
  <p:embeddedFontLst>
    <p:embeddedFont>
      <p:font typeface="Nunito Sans" pitchFamily="2" charset="0"/>
      <p:regular r:id="rId33"/>
      <p:bold r:id="rId34"/>
      <p:italic r:id="rId35"/>
      <p:boldItalic r:id="rId36"/>
    </p:embeddedFont>
    <p:embeddedFont>
      <p:font typeface="Nunito Sans SemiBold" pitchFamily="2" charset="0"/>
      <p:bold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84899" autoAdjust="0"/>
  </p:normalViewPr>
  <p:slideViewPr>
    <p:cSldViewPr>
      <p:cViewPr varScale="1">
        <p:scale>
          <a:sx n="61" d="100"/>
          <a:sy n="61" d="100"/>
        </p:scale>
        <p:origin x="88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1733" y="-7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3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75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22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37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83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96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63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52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35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93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81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8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096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57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92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15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1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907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71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030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83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7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191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609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D7C365-EC8D-399C-2318-57CC763879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620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31E833-DBDF-5E22-C7D2-A0EF07446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129890"/>
            <a:ext cx="3886200" cy="4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Blood Relations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8A3F84-EF57-7E36-5116-DEDDF805B9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081583"/>
            <a:ext cx="4267200" cy="5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Nunito Sans" panose="00000500000000000000" pitchFamily="2" charset="0"/>
              </a:rPr>
              <a:t>Directions for Questions: </a:t>
            </a:r>
            <a:r>
              <a:rPr lang="en-US" sz="2500" dirty="0">
                <a:latin typeface="Nunito Sans" panose="00000500000000000000" pitchFamily="2" charset="0"/>
              </a:rPr>
              <a:t>Read the following information carefully and answer the questions given below: A B D F G H and K are seven members of a family. They belong to three generations. There are two married couples belonging to two different generations. D is son of H and is married to K. F is granddaughter of B. G’s father is grandfather of A. B’s husband is father-in -law of K. H has only one son.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1-3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88C3FB-A82B-E28F-0289-F34BEF932C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5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F related to 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Nephew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data inadequate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F0E1D-F01E-DECF-BD7D-5B1EE841F5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4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H related to B?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Father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Father-in-law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Husband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data inadequate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6EFF16-EBAE-FA7E-7190-F929E569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K related to 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Sister-in-law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data inadequate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19AE00-214F-EE0D-F722-89B8CDD60B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8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Riya told Mark, "The girl I met yesterday at the beach was the youngest daughter of the brother-in-law of my friend’s mother". How is the girl related to Riya’s friend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Cousin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Friend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B7D89D-8473-6CC3-2C46-EE2DE4F6CD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0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When </a:t>
            </a:r>
            <a:r>
              <a:rPr lang="en-US" sz="2500" dirty="0" err="1">
                <a:latin typeface="Nunito Sans" panose="00000500000000000000" pitchFamily="2" charset="0"/>
              </a:rPr>
              <a:t>Manoj</a:t>
            </a:r>
            <a:r>
              <a:rPr lang="en-US" sz="2500" dirty="0">
                <a:latin typeface="Nunito Sans" panose="00000500000000000000" pitchFamily="2" charset="0"/>
              </a:rPr>
              <a:t> saw </a:t>
            </a:r>
            <a:r>
              <a:rPr lang="en-US" sz="2500" dirty="0" err="1">
                <a:latin typeface="Nunito Sans" panose="00000500000000000000" pitchFamily="2" charset="0"/>
              </a:rPr>
              <a:t>Apsara</a:t>
            </a:r>
            <a:r>
              <a:rPr lang="en-US" sz="2500" dirty="0">
                <a:latin typeface="Nunito Sans" panose="00000500000000000000" pitchFamily="2" charset="0"/>
              </a:rPr>
              <a:t>, he recalled, that </a:t>
            </a:r>
            <a:r>
              <a:rPr lang="en-US" sz="2500" dirty="0" err="1">
                <a:latin typeface="Nunito Sans" panose="00000500000000000000" pitchFamily="2" charset="0"/>
              </a:rPr>
              <a:t>Apsara</a:t>
            </a:r>
            <a:r>
              <a:rPr lang="en-US" sz="2500" dirty="0">
                <a:latin typeface="Nunito Sans" panose="00000500000000000000" pitchFamily="2" charset="0"/>
              </a:rPr>
              <a:t> was the daughter of the father of the mother of his daughter. What is </a:t>
            </a:r>
            <a:r>
              <a:rPr lang="en-US" sz="2500" dirty="0" err="1">
                <a:latin typeface="Nunito Sans" panose="00000500000000000000" pitchFamily="2" charset="0"/>
              </a:rPr>
              <a:t>Apsara</a:t>
            </a:r>
            <a:r>
              <a:rPr lang="en-US" sz="2500" dirty="0">
                <a:latin typeface="Nunito Sans" panose="00000500000000000000" pitchFamily="2" charset="0"/>
              </a:rPr>
              <a:t> to </a:t>
            </a:r>
            <a:r>
              <a:rPr lang="en-US" sz="2500" dirty="0" err="1">
                <a:latin typeface="Nunito Sans" panose="00000500000000000000" pitchFamily="2" charset="0"/>
              </a:rPr>
              <a:t>Manoj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Cousin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Aunt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Sister-in-law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B03BE9-6177-F163-74C2-056F0A5E0D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9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Study the following information to answer the questions given below:</a:t>
            </a:r>
          </a:p>
          <a:p>
            <a:pPr algn="just"/>
            <a:endParaRPr lang="en-US" sz="2500" dirty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1) There is a family of six persons representing three generations.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2) There are two married couples in the family.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3) There are two pairs of brothers and sisters.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4) </a:t>
            </a:r>
            <a:r>
              <a:rPr lang="en-US" sz="2500" dirty="0" err="1">
                <a:latin typeface="Nunito Sans" panose="00000500000000000000" pitchFamily="2" charset="0"/>
              </a:rPr>
              <a:t>Jinendra</a:t>
            </a:r>
            <a:r>
              <a:rPr lang="en-US" sz="2500" dirty="0">
                <a:latin typeface="Nunito Sans" panose="00000500000000000000" pitchFamily="2" charset="0"/>
              </a:rPr>
              <a:t> is the son of </a:t>
            </a:r>
            <a:r>
              <a:rPr lang="en-US" sz="2500" dirty="0" err="1">
                <a:latin typeface="Nunito Sans" panose="00000500000000000000" pitchFamily="2" charset="0"/>
              </a:rPr>
              <a:t>Rutwik</a:t>
            </a:r>
            <a:r>
              <a:rPr lang="en-US" sz="2500" dirty="0">
                <a:latin typeface="Nunito Sans" panose="00000500000000000000" pitchFamily="2" charset="0"/>
              </a:rPr>
              <a:t> and his wife is </a:t>
            </a:r>
            <a:r>
              <a:rPr lang="en-US" sz="2500" dirty="0" err="1">
                <a:latin typeface="Nunito Sans" panose="00000500000000000000" pitchFamily="2" charset="0"/>
              </a:rPr>
              <a:t>Lalita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5) Jenny and </a:t>
            </a:r>
            <a:r>
              <a:rPr lang="en-US" sz="2500" dirty="0" err="1">
                <a:latin typeface="Nunito Sans" panose="00000500000000000000" pitchFamily="2" charset="0"/>
              </a:rPr>
              <a:t>Rutwik</a:t>
            </a:r>
            <a:r>
              <a:rPr lang="en-US" sz="2500" dirty="0">
                <a:latin typeface="Nunito Sans" panose="00000500000000000000" pitchFamily="2" charset="0"/>
              </a:rPr>
              <a:t> is the eldest couple in the family.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6) </a:t>
            </a:r>
            <a:r>
              <a:rPr lang="en-US" sz="2500" dirty="0" err="1">
                <a:latin typeface="Nunito Sans" panose="00000500000000000000" pitchFamily="2" charset="0"/>
              </a:rPr>
              <a:t>Nisha</a:t>
            </a:r>
            <a:r>
              <a:rPr lang="en-US" sz="2500" dirty="0">
                <a:latin typeface="Nunito Sans" panose="00000500000000000000" pitchFamily="2" charset="0"/>
              </a:rPr>
              <a:t> is the sister-in-law of </a:t>
            </a:r>
            <a:r>
              <a:rPr lang="en-US" sz="2500" dirty="0" err="1">
                <a:latin typeface="Nunito Sans" panose="00000500000000000000" pitchFamily="2" charset="0"/>
              </a:rPr>
              <a:t>Lalita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7) </a:t>
            </a:r>
            <a:r>
              <a:rPr lang="en-US" sz="2500" dirty="0" err="1">
                <a:latin typeface="Nunito Sans" panose="00000500000000000000" pitchFamily="2" charset="0"/>
              </a:rPr>
              <a:t>Jinu</a:t>
            </a:r>
            <a:r>
              <a:rPr lang="en-US" sz="2500" dirty="0">
                <a:latin typeface="Nunito Sans" panose="00000500000000000000" pitchFamily="2" charset="0"/>
              </a:rPr>
              <a:t> is the son of </a:t>
            </a:r>
            <a:r>
              <a:rPr lang="en-US" sz="2500" dirty="0" err="1">
                <a:latin typeface="Nunito Sans" panose="00000500000000000000" pitchFamily="2" charset="0"/>
              </a:rPr>
              <a:t>Lalita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8) </a:t>
            </a:r>
            <a:r>
              <a:rPr lang="en-US" sz="2500" dirty="0" err="1">
                <a:latin typeface="Nunito Sans" panose="00000500000000000000" pitchFamily="2" charset="0"/>
              </a:rPr>
              <a:t>Gauri</a:t>
            </a:r>
            <a:r>
              <a:rPr lang="en-US" sz="2500" dirty="0">
                <a:latin typeface="Nunito Sans" panose="00000500000000000000" pitchFamily="2" charset="0"/>
              </a:rPr>
              <a:t> is the daughter of </a:t>
            </a:r>
            <a:r>
              <a:rPr lang="en-US" sz="2500" dirty="0" err="1">
                <a:latin typeface="Nunito Sans" panose="00000500000000000000" pitchFamily="2" charset="0"/>
              </a:rPr>
              <a:t>Jinendra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6-10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71E34-0729-EC4E-94D9-34A4FDA7D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</a:t>
            </a:r>
            <a:r>
              <a:rPr lang="en-US" sz="2500" dirty="0" err="1">
                <a:latin typeface="Nunito Sans" panose="00000500000000000000" pitchFamily="2" charset="0"/>
              </a:rPr>
              <a:t>Lalita</a:t>
            </a:r>
            <a:r>
              <a:rPr lang="en-US" sz="2500" dirty="0">
                <a:latin typeface="Nunito Sans" panose="00000500000000000000" pitchFamily="2" charset="0"/>
              </a:rPr>
              <a:t> related to </a:t>
            </a:r>
            <a:r>
              <a:rPr lang="en-US" sz="2500" dirty="0" err="1">
                <a:latin typeface="Nunito Sans" panose="00000500000000000000" pitchFamily="2" charset="0"/>
              </a:rPr>
              <a:t>Rutwik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Aunt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Daughter-in-law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340B1-9AA2-E819-422D-C314209F11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0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Jenny related to </a:t>
            </a:r>
            <a:r>
              <a:rPr lang="en-US" sz="2500" dirty="0" err="1">
                <a:latin typeface="Nunito Sans" panose="00000500000000000000" pitchFamily="2" charset="0"/>
              </a:rPr>
              <a:t>Nisha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Father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Mother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Aunt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Cannot be determined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8DBE2E-F332-7ED3-8A49-94091A1A3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2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</a:t>
            </a:r>
            <a:r>
              <a:rPr lang="en-US" sz="2500" dirty="0" err="1">
                <a:latin typeface="Nunito Sans" panose="00000500000000000000" pitchFamily="2" charset="0"/>
              </a:rPr>
              <a:t>Gauri</a:t>
            </a:r>
            <a:r>
              <a:rPr lang="en-US" sz="2500" dirty="0">
                <a:latin typeface="Nunito Sans" panose="00000500000000000000" pitchFamily="2" charset="0"/>
              </a:rPr>
              <a:t> related to </a:t>
            </a:r>
            <a:r>
              <a:rPr lang="en-US" sz="2500" dirty="0" err="1">
                <a:latin typeface="Nunito Sans" panose="00000500000000000000" pitchFamily="2" charset="0"/>
              </a:rPr>
              <a:t>Nisha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Nephew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Aunt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Mother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725C0-C84B-0555-10CA-27CFBA5C3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93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many females are there in the family?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Three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Four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One	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Two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E5B0C0-9E77-D511-D956-7069324C5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5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many niece and nephew </a:t>
            </a:r>
            <a:r>
              <a:rPr lang="en-US" sz="2500" dirty="0" err="1">
                <a:latin typeface="Nunito Sans" panose="00000500000000000000" pitchFamily="2" charset="0"/>
              </a:rPr>
              <a:t>Nisha</a:t>
            </a:r>
            <a:r>
              <a:rPr lang="en-US" sz="2500" dirty="0">
                <a:latin typeface="Nunito Sans" panose="00000500000000000000" pitchFamily="2" charset="0"/>
              </a:rPr>
              <a:t> has?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7F531-67A9-7D92-5314-62EB5D0193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1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Arjun said, "This girl is the wife of the grandson of my mother". How is the girl related to the Arjun?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Daughter-in-law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Aunt or mother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 or niece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Cannot be determined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BAA06B-F3AC-F2E8-5D10-2563F8E38A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4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questions are based on the following statements.</a:t>
            </a:r>
          </a:p>
          <a:p>
            <a:pPr algn="just"/>
            <a:endParaRPr lang="en-US" sz="2500" dirty="0">
              <a:latin typeface="Nunito Sans" panose="00000500000000000000" pitchFamily="2" charset="0"/>
            </a:endParaRP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1) Ravi and Sunil are the sons of Mrs. and Mr. Mehta.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2) Sheela is the sister of Sunil.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3) </a:t>
            </a:r>
            <a:r>
              <a:rPr lang="en-US" sz="2500" dirty="0" err="1">
                <a:latin typeface="Nunito Sans" panose="00000500000000000000" pitchFamily="2" charset="0"/>
              </a:rPr>
              <a:t>Rajkumari</a:t>
            </a:r>
            <a:r>
              <a:rPr lang="en-US" sz="2500" dirty="0">
                <a:latin typeface="Nunito Sans" panose="00000500000000000000" pitchFamily="2" charset="0"/>
              </a:rPr>
              <a:t>, Ramesh and Salman are children of Mrs. and Mr. Bhatia.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4) Salman and Sheela are married and Ankit and </a:t>
            </a:r>
            <a:r>
              <a:rPr lang="en-US" sz="2500" dirty="0" err="1">
                <a:latin typeface="Nunito Sans" panose="00000500000000000000" pitchFamily="2" charset="0"/>
              </a:rPr>
              <a:t>Sumit</a:t>
            </a:r>
            <a:r>
              <a:rPr lang="en-US" sz="2500" dirty="0">
                <a:latin typeface="Nunito Sans" panose="00000500000000000000" pitchFamily="2" charset="0"/>
              </a:rPr>
              <a:t> are their children.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5) </a:t>
            </a:r>
            <a:r>
              <a:rPr lang="en-US" sz="2500" dirty="0" err="1">
                <a:latin typeface="Nunito Sans" panose="00000500000000000000" pitchFamily="2" charset="0"/>
              </a:rPr>
              <a:t>Gitanjali</a:t>
            </a:r>
            <a:r>
              <a:rPr lang="en-US" sz="2500" dirty="0">
                <a:latin typeface="Nunito Sans" panose="00000500000000000000" pitchFamily="2" charset="0"/>
              </a:rPr>
              <a:t> and </a:t>
            </a:r>
            <a:r>
              <a:rPr lang="en-US" sz="2500" dirty="0" err="1">
                <a:latin typeface="Nunito Sans" panose="00000500000000000000" pitchFamily="2" charset="0"/>
              </a:rPr>
              <a:t>Rohit</a:t>
            </a:r>
            <a:r>
              <a:rPr lang="en-US" sz="2500" dirty="0">
                <a:latin typeface="Nunito Sans" panose="00000500000000000000" pitchFamily="2" charset="0"/>
              </a:rPr>
              <a:t> are children of Mr. and Mrs. </a:t>
            </a:r>
            <a:r>
              <a:rPr lang="en-US" sz="2500" dirty="0" err="1">
                <a:latin typeface="Nunito Sans" panose="00000500000000000000" pitchFamily="2" charset="0"/>
              </a:rPr>
              <a:t>Jaiswal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6)</a:t>
            </a:r>
            <a:r>
              <a:rPr lang="en-US" sz="2500" dirty="0" err="1">
                <a:latin typeface="Nunito Sans" panose="00000500000000000000" pitchFamily="2" charset="0"/>
              </a:rPr>
              <a:t>Gitanjali</a:t>
            </a:r>
            <a:r>
              <a:rPr lang="en-US" sz="2500" dirty="0">
                <a:latin typeface="Nunito Sans" panose="00000500000000000000" pitchFamily="2" charset="0"/>
              </a:rPr>
              <a:t> is married to Sunil and has three children named </a:t>
            </a:r>
            <a:r>
              <a:rPr lang="en-US" sz="2500" dirty="0" err="1">
                <a:latin typeface="Nunito Sans" panose="00000500000000000000" pitchFamily="2" charset="0"/>
              </a:rPr>
              <a:t>Ruksar</a:t>
            </a:r>
            <a:r>
              <a:rPr lang="en-US" sz="2500" dirty="0">
                <a:latin typeface="Nunito Sans" panose="00000500000000000000" pitchFamily="2" charset="0"/>
              </a:rPr>
              <a:t>, </a:t>
            </a:r>
            <a:r>
              <a:rPr lang="en-US" sz="2500" dirty="0" err="1">
                <a:latin typeface="Nunito Sans" panose="00000500000000000000" pitchFamily="2" charset="0"/>
              </a:rPr>
              <a:t>Sohil</a:t>
            </a:r>
            <a:r>
              <a:rPr lang="en-US" sz="2500" dirty="0">
                <a:latin typeface="Nunito Sans" panose="00000500000000000000" pitchFamily="2" charset="0"/>
              </a:rPr>
              <a:t> and Rahul.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12-14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708691-7AE5-DC2C-175A-036466F9B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34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Ankit is related to Sheela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Can’t be determined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586208-F8ED-0F05-69C2-59BEAC60C3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36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Ravi related to </a:t>
            </a:r>
            <a:r>
              <a:rPr lang="en-US" sz="2500" dirty="0" err="1">
                <a:latin typeface="Nunito Sans" panose="00000500000000000000" pitchFamily="2" charset="0"/>
              </a:rPr>
              <a:t>Sohil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Brother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Uncle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Brother-in-law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Maternal Uncle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E28C88-22B9-D56D-9899-298D2EB7D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8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Sunil related to </a:t>
            </a:r>
            <a:r>
              <a:rPr lang="en-US" sz="2500" dirty="0" err="1">
                <a:latin typeface="Nunito Sans" panose="00000500000000000000" pitchFamily="2" charset="0"/>
              </a:rPr>
              <a:t>Sumit</a:t>
            </a:r>
            <a:r>
              <a:rPr lang="en-US" sz="2500" dirty="0">
                <a:latin typeface="Nunito Sans" panose="00000500000000000000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Brother-in-law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Father-in-law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Cousin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Uncle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BAAC32-A672-E7E8-F40E-7DA535B138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6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A $ B means A is the brother of B; A @ B means A is the wife of B; A # B means A is the daughter of B and A * B means A is the father of </a:t>
            </a:r>
            <a:r>
              <a:rPr lang="en-US" sz="2500" dirty="0" err="1">
                <a:latin typeface="Nunito Sans" panose="00000500000000000000" pitchFamily="2" charset="0"/>
              </a:rPr>
              <a:t>B,which</a:t>
            </a:r>
            <a:r>
              <a:rPr lang="en-US" sz="2500" dirty="0">
                <a:latin typeface="Nunito Sans" panose="00000500000000000000" pitchFamily="2" charset="0"/>
              </a:rPr>
              <a:t> of the following indicates that U is the father-in-law of P?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500" dirty="0">
                <a:latin typeface="Nunito Sans" panose="00000500000000000000" pitchFamily="2" charset="0"/>
              </a:rPr>
              <a:t>P @ Q $ T # U * W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500" dirty="0">
                <a:latin typeface="Nunito Sans" panose="00000500000000000000" pitchFamily="2" charset="0"/>
              </a:rPr>
              <a:t>P @ W $ Q * T # U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500" dirty="0">
                <a:latin typeface="Nunito Sans" panose="00000500000000000000" pitchFamily="2" charset="0"/>
              </a:rPr>
              <a:t>P @ Q $ W * T # U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500" dirty="0">
                <a:latin typeface="Nunito Sans" panose="00000500000000000000" pitchFamily="2" charset="0"/>
              </a:rPr>
              <a:t>P @ Q $ T # W * U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1CD54E-89F8-E89F-C767-1AA854FA23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2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Nunito Sans" panose="00000500000000000000" pitchFamily="2" charset="0"/>
              </a:rPr>
              <a:t>Directions for questions: 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Aisha is the youngest member of the family. Her cousin </a:t>
            </a:r>
            <a:r>
              <a:rPr lang="en-US" sz="2500" dirty="0" err="1">
                <a:latin typeface="Nunito Sans" panose="00000500000000000000" pitchFamily="2" charset="0"/>
              </a:rPr>
              <a:t>Suman’s</a:t>
            </a:r>
            <a:r>
              <a:rPr lang="en-US" sz="2500" dirty="0">
                <a:latin typeface="Nunito Sans" panose="00000500000000000000" pitchFamily="2" charset="0"/>
              </a:rPr>
              <a:t> paternal grandmother, </a:t>
            </a:r>
            <a:r>
              <a:rPr lang="en-US" sz="2500" dirty="0" err="1">
                <a:latin typeface="Nunito Sans" panose="00000500000000000000" pitchFamily="2" charset="0"/>
              </a:rPr>
              <a:t>Chaarvi</a:t>
            </a:r>
            <a:r>
              <a:rPr lang="en-US" sz="2500" dirty="0">
                <a:latin typeface="Nunito Sans" panose="00000500000000000000" pitchFamily="2" charset="0"/>
              </a:rPr>
              <a:t>, is her maternal grandmother, while </a:t>
            </a:r>
            <a:r>
              <a:rPr lang="en-US" sz="2500" dirty="0" err="1">
                <a:latin typeface="Nunito Sans" panose="00000500000000000000" pitchFamily="2" charset="0"/>
              </a:rPr>
              <a:t>Suman’s</a:t>
            </a:r>
            <a:r>
              <a:rPr lang="en-US" sz="2500" dirty="0">
                <a:latin typeface="Nunito Sans" panose="00000500000000000000" pitchFamily="2" charset="0"/>
              </a:rPr>
              <a:t> maternal grandfather, Mohan, is her paternal grandfather. Mother of Aisha’s father, Sunil and </a:t>
            </a:r>
            <a:r>
              <a:rPr lang="en-US" sz="2500" dirty="0" err="1">
                <a:latin typeface="Nunito Sans" panose="00000500000000000000" pitchFamily="2" charset="0"/>
              </a:rPr>
              <a:t>Suman’s</a:t>
            </a:r>
            <a:r>
              <a:rPr lang="en-US" sz="2500" dirty="0">
                <a:latin typeface="Nunito Sans" panose="00000500000000000000" pitchFamily="2" charset="0"/>
              </a:rPr>
              <a:t> mother, </a:t>
            </a:r>
            <a:r>
              <a:rPr lang="en-US" sz="2500" dirty="0" err="1">
                <a:latin typeface="Nunito Sans" panose="00000500000000000000" pitchFamily="2" charset="0"/>
              </a:rPr>
              <a:t>Geeta</a:t>
            </a:r>
            <a:r>
              <a:rPr lang="en-US" sz="2500" dirty="0">
                <a:latin typeface="Nunito Sans" panose="00000500000000000000" pitchFamily="2" charset="0"/>
              </a:rPr>
              <a:t> is Sweetie. </a:t>
            </a:r>
            <a:r>
              <a:rPr lang="en-US" sz="2500" dirty="0" err="1">
                <a:latin typeface="Nunito Sans" panose="00000500000000000000" pitchFamily="2" charset="0"/>
              </a:rPr>
              <a:t>Siddharth</a:t>
            </a:r>
            <a:r>
              <a:rPr lang="en-US" sz="2500" dirty="0">
                <a:latin typeface="Nunito Sans" panose="00000500000000000000" pitchFamily="2" charset="0"/>
              </a:rPr>
              <a:t> is Sunil and </a:t>
            </a:r>
            <a:r>
              <a:rPr lang="en-US" sz="2500" dirty="0" err="1">
                <a:latin typeface="Nunito Sans" panose="00000500000000000000" pitchFamily="2" charset="0"/>
              </a:rPr>
              <a:t>Geeta’s</a:t>
            </a:r>
            <a:r>
              <a:rPr lang="en-US" sz="2500" dirty="0">
                <a:latin typeface="Nunito Sans" panose="00000500000000000000" pitchFamily="2" charset="0"/>
              </a:rPr>
              <a:t> father-in-law. </a:t>
            </a:r>
            <a:r>
              <a:rPr lang="en-US" sz="2500" dirty="0" err="1">
                <a:latin typeface="Nunito Sans" panose="00000500000000000000" pitchFamily="2" charset="0"/>
              </a:rPr>
              <a:t>Umesh</a:t>
            </a:r>
            <a:r>
              <a:rPr lang="en-US" sz="2500" dirty="0">
                <a:latin typeface="Nunito Sans" panose="00000500000000000000" pitchFamily="2" charset="0"/>
              </a:rPr>
              <a:t>, </a:t>
            </a:r>
            <a:r>
              <a:rPr lang="en-US" sz="2500" dirty="0" err="1">
                <a:latin typeface="Nunito Sans" panose="00000500000000000000" pitchFamily="2" charset="0"/>
              </a:rPr>
              <a:t>Geeta’s</a:t>
            </a:r>
            <a:r>
              <a:rPr lang="en-US" sz="2500" dirty="0">
                <a:latin typeface="Nunito Sans" panose="00000500000000000000" pitchFamily="2" charset="0"/>
              </a:rPr>
              <a:t> husband is very fond of Jubal, his only brother-in-law’s son. </a:t>
            </a:r>
            <a:r>
              <a:rPr lang="en-US" sz="2500" dirty="0" err="1">
                <a:latin typeface="Nunito Sans" panose="00000500000000000000" pitchFamily="2" charset="0"/>
              </a:rPr>
              <a:t>Kajal</a:t>
            </a:r>
            <a:r>
              <a:rPr lang="en-US" sz="2500" dirty="0">
                <a:latin typeface="Nunito Sans" panose="00000500000000000000" pitchFamily="2" charset="0"/>
              </a:rPr>
              <a:t> warns her brother </a:t>
            </a:r>
            <a:r>
              <a:rPr lang="en-US" sz="2500" dirty="0" err="1">
                <a:latin typeface="Nunito Sans" panose="00000500000000000000" pitchFamily="2" charset="0"/>
              </a:rPr>
              <a:t>Umesh</a:t>
            </a:r>
            <a:r>
              <a:rPr lang="en-US" sz="2500" dirty="0">
                <a:latin typeface="Nunito Sans" panose="00000500000000000000" pitchFamily="2" charset="0"/>
              </a:rPr>
              <a:t> not to spoil her son Jubal by pampering him too much.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16-17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068F73-7CC0-B6F2-AC29-4BE3D586E3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1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the total number of females in the family?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Can’t be determined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2E1DCF-C070-13B3-8945-1CDD30090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25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How is Mohan’s daughter related to Jubal’s father?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Sister-in-law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Sister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Daughter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Niece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77317-A4EE-C5A1-D31B-ED3BE43CFD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99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# B means B is the husband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* B means B is the wife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– B means B is the father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/ B means B is the mother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% B means B is the brother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@ B means B is the sister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+ B means B is the son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A ÷ B means B is the daughter of A.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Which of the following means that P is S’s uncle and T is Q’s daughter?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DACB6B-98A5-F3AF-CC47-2A40640678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12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dirty="0">
                <a:latin typeface="Nunito Sans" panose="00000500000000000000" pitchFamily="2" charset="0"/>
              </a:rPr>
              <a:t>P @ Q # R ÷ S % 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dirty="0">
                <a:latin typeface="Nunito Sans" panose="00000500000000000000" pitchFamily="2" charset="0"/>
              </a:rPr>
              <a:t>Q % P @ S ÷ R # 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dirty="0">
                <a:latin typeface="Nunito Sans" panose="00000500000000000000" pitchFamily="2" charset="0"/>
              </a:rPr>
              <a:t>P % Q * R ÷ S % T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 of these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85EB26-074A-6691-DBBA-5AA121CBE4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86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1020071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Nunito Sans" panose="00000500000000000000" pitchFamily="2" charset="0"/>
              </a:rPr>
              <a:t>Directions for the questions: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Read the given data carefully and solve the questions follow.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1.  A is the father of two children. B and D, Who are of different sexes.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2.  C is B’s spouse.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3.  E is the same sex as D.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4.  B and C have two children : F, who is the same sex as B, and G, who is the same sex as C.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5.  E’s mother, H, who is married to L, is the sister of D’s mother, M.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6.  E and E’s spouse. I, have two children, J and K, who are the same sex as I.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7.  No persons have married more than once and no children have been born out of wedlock. The only restrictions on marriage are that marriage to a sibling, to a direct descendant, or to more than one person at the same time is forbidden.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19-20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426A60-031C-93BC-2836-A763E4F833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55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  is _______________.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G’s brother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G’s sister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B’s daughter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D’s niece or nephew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B4774E-2CDC-F320-FB38-31CC744D8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14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According to the rules, D can marry ________________.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 only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G only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K only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F, J or 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A78E1-578D-756F-5925-8973991165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26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E357E7-B886-8BCE-ABA8-E4D113C2B6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Widescreen</PresentationFormat>
  <Paragraphs>299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Arial</vt:lpstr>
      <vt:lpstr>Nunito Sans</vt:lpstr>
      <vt:lpstr>Nunito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2024-05-17T10:40:11Z</dcterms:modified>
</cp:coreProperties>
</file>